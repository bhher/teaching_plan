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92" r:id="rId2"/>
    <p:sldId id="293" r:id="rId3"/>
    <p:sldId id="374" r:id="rId4"/>
    <p:sldId id="375" r:id="rId5"/>
    <p:sldId id="376" r:id="rId6"/>
    <p:sldId id="377" r:id="rId7"/>
    <p:sldId id="378" r:id="rId8"/>
    <p:sldId id="379" r:id="rId9"/>
    <p:sldId id="380" r:id="rId10"/>
    <p:sldId id="381" r:id="rId11"/>
    <p:sldId id="382" r:id="rId12"/>
    <p:sldId id="384" r:id="rId13"/>
    <p:sldId id="383" r:id="rId14"/>
    <p:sldId id="385" r:id="rId15"/>
    <p:sldId id="386" r:id="rId16"/>
    <p:sldId id="387" r:id="rId17"/>
    <p:sldId id="388" r:id="rId18"/>
    <p:sldId id="389" r:id="rId19"/>
    <p:sldId id="390" r:id="rId20"/>
    <p:sldId id="391" r:id="rId21"/>
    <p:sldId id="392" r:id="rId22"/>
    <p:sldId id="393" r:id="rId23"/>
    <p:sldId id="394" r:id="rId24"/>
    <p:sldId id="395" r:id="rId25"/>
    <p:sldId id="396" r:id="rId26"/>
    <p:sldId id="398" r:id="rId27"/>
    <p:sldId id="399" r:id="rId28"/>
    <p:sldId id="400" r:id="rId29"/>
    <p:sldId id="401" r:id="rId30"/>
    <p:sldId id="402" r:id="rId31"/>
    <p:sldId id="403" r:id="rId32"/>
    <p:sldId id="404" r:id="rId33"/>
    <p:sldId id="405" r:id="rId34"/>
    <p:sldId id="406" r:id="rId35"/>
    <p:sldId id="407" r:id="rId36"/>
    <p:sldId id="408" r:id="rId37"/>
    <p:sldId id="397" r:id="rId38"/>
    <p:sldId id="409" r:id="rId39"/>
    <p:sldId id="410" r:id="rId40"/>
    <p:sldId id="412" r:id="rId41"/>
    <p:sldId id="411" r:id="rId42"/>
    <p:sldId id="413" r:id="rId43"/>
    <p:sldId id="414" r:id="rId44"/>
    <p:sldId id="415" r:id="rId45"/>
    <p:sldId id="416" r:id="rId46"/>
    <p:sldId id="417" r:id="rId47"/>
    <p:sldId id="418" r:id="rId48"/>
    <p:sldId id="419" r:id="rId49"/>
    <p:sldId id="420" r:id="rId50"/>
    <p:sldId id="421" r:id="rId51"/>
    <p:sldId id="422" r:id="rId52"/>
    <p:sldId id="423" r:id="rId53"/>
    <p:sldId id="424" r:id="rId54"/>
    <p:sldId id="425" r:id="rId55"/>
    <p:sldId id="312" r:id="rId5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5E3C80-CC36-433C-8D91-E2F43673E4A4}" v="117" dt="2021-11-06T17:30:18.6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 autoAdjust="0"/>
    <p:restoredTop sz="89547" autoAdjust="0"/>
  </p:normalViewPr>
  <p:slideViewPr>
    <p:cSldViewPr>
      <p:cViewPr varScale="1">
        <p:scale>
          <a:sx n="102" d="100"/>
          <a:sy n="102" d="100"/>
        </p:scale>
        <p:origin x="188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변 구훈" userId="3ff7b78a3b81e618" providerId="LiveId" clId="{9F5E3C80-CC36-433C-8D91-E2F43673E4A4}"/>
    <pc:docChg chg="undo custSel addSld delSld modSld sldOrd">
      <pc:chgData name="변 구훈" userId="3ff7b78a3b81e618" providerId="LiveId" clId="{9F5E3C80-CC36-433C-8D91-E2F43673E4A4}" dt="2021-11-06T17:30:25.599" v="1000" actId="1076"/>
      <pc:docMkLst>
        <pc:docMk/>
      </pc:docMkLst>
      <pc:sldChg chg="modSp mod">
        <pc:chgData name="변 구훈" userId="3ff7b78a3b81e618" providerId="LiveId" clId="{9F5E3C80-CC36-433C-8D91-E2F43673E4A4}" dt="2021-11-06T13:34:00.489" v="15"/>
        <pc:sldMkLst>
          <pc:docMk/>
          <pc:sldMk cId="0" sldId="293"/>
        </pc:sldMkLst>
        <pc:spChg chg="mod">
          <ac:chgData name="변 구훈" userId="3ff7b78a3b81e618" providerId="LiveId" clId="{9F5E3C80-CC36-433C-8D91-E2F43673E4A4}" dt="2021-11-06T13:34:00.489" v="15"/>
          <ac:spMkLst>
            <pc:docMk/>
            <pc:sldMk cId="0" sldId="293"/>
            <ac:spMk id="9" creationId="{00000000-0000-0000-0000-000000000000}"/>
          </ac:spMkLst>
        </pc:spChg>
      </pc:sldChg>
      <pc:sldChg chg="modSp mod">
        <pc:chgData name="변 구훈" userId="3ff7b78a3b81e618" providerId="LiveId" clId="{9F5E3C80-CC36-433C-8D91-E2F43673E4A4}" dt="2021-11-06T13:34:11.142" v="17" actId="20577"/>
        <pc:sldMkLst>
          <pc:docMk/>
          <pc:sldMk cId="389694312" sldId="374"/>
        </pc:sldMkLst>
        <pc:spChg chg="mod">
          <ac:chgData name="변 구훈" userId="3ff7b78a3b81e618" providerId="LiveId" clId="{9F5E3C80-CC36-433C-8D91-E2F43673E4A4}" dt="2021-11-06T13:34:11.142" v="17" actId="20577"/>
          <ac:spMkLst>
            <pc:docMk/>
            <pc:sldMk cId="389694312" sldId="374"/>
            <ac:spMk id="3" creationId="{00000000-0000-0000-0000-000000000000}"/>
          </ac:spMkLst>
        </pc:spChg>
      </pc:sldChg>
      <pc:sldChg chg="addSp delSp modSp add del mod">
        <pc:chgData name="변 구훈" userId="3ff7b78a3b81e618" providerId="LiveId" clId="{9F5E3C80-CC36-433C-8D91-E2F43673E4A4}" dt="2021-11-06T13:35:26.601" v="89" actId="47"/>
        <pc:sldMkLst>
          <pc:docMk/>
          <pc:sldMk cId="1595637238" sldId="375"/>
        </pc:sldMkLst>
        <pc:spChg chg="mod">
          <ac:chgData name="변 구훈" userId="3ff7b78a3b81e618" providerId="LiveId" clId="{9F5E3C80-CC36-433C-8D91-E2F43673E4A4}" dt="2021-11-06T13:34:21.771" v="48"/>
          <ac:spMkLst>
            <pc:docMk/>
            <pc:sldMk cId="1595637238" sldId="375"/>
            <ac:spMk id="2" creationId="{00000000-0000-0000-0000-000000000000}"/>
          </ac:spMkLst>
        </pc:spChg>
        <pc:spChg chg="del mod">
          <ac:chgData name="변 구훈" userId="3ff7b78a3b81e618" providerId="LiveId" clId="{9F5E3C80-CC36-433C-8D91-E2F43673E4A4}" dt="2021-11-06T13:34:41.990" v="51" actId="478"/>
          <ac:spMkLst>
            <pc:docMk/>
            <pc:sldMk cId="1595637238" sldId="375"/>
            <ac:spMk id="3" creationId="{00000000-0000-0000-0000-000000000000}"/>
          </ac:spMkLst>
        </pc:spChg>
        <pc:spChg chg="add del mod">
          <ac:chgData name="변 구훈" userId="3ff7b78a3b81e618" providerId="LiveId" clId="{9F5E3C80-CC36-433C-8D91-E2F43673E4A4}" dt="2021-11-06T13:34:44.265" v="52" actId="478"/>
          <ac:spMkLst>
            <pc:docMk/>
            <pc:sldMk cId="1595637238" sldId="375"/>
            <ac:spMk id="8" creationId="{E8D103BE-DEAB-44DF-9AF1-AEEE02D110E6}"/>
          </ac:spMkLst>
        </pc:spChg>
        <pc:spChg chg="add mod">
          <ac:chgData name="변 구훈" userId="3ff7b78a3b81e618" providerId="LiveId" clId="{9F5E3C80-CC36-433C-8D91-E2F43673E4A4}" dt="2021-11-06T13:34:57.019" v="82"/>
          <ac:spMkLst>
            <pc:docMk/>
            <pc:sldMk cId="1595637238" sldId="375"/>
            <ac:spMk id="9" creationId="{182D1A30-98B8-4D1C-A3FB-7298F12C95CF}"/>
          </ac:spMkLst>
        </pc:spChg>
        <pc:picChg chg="del">
          <ac:chgData name="변 구훈" userId="3ff7b78a3b81e618" providerId="LiveId" clId="{9F5E3C80-CC36-433C-8D91-E2F43673E4A4}" dt="2021-11-06T13:34:44.699" v="53" actId="478"/>
          <ac:picMkLst>
            <pc:docMk/>
            <pc:sldMk cId="1595637238" sldId="375"/>
            <ac:picMk id="6" creationId="{55303EE6-EDB1-41A2-BF58-48D0CA8E5599}"/>
          </ac:picMkLst>
        </pc:picChg>
        <pc:picChg chg="add mod">
          <ac:chgData name="변 구훈" userId="3ff7b78a3b81e618" providerId="LiveId" clId="{9F5E3C80-CC36-433C-8D91-E2F43673E4A4}" dt="2021-11-06T13:35:09.327" v="85" actId="1076"/>
          <ac:picMkLst>
            <pc:docMk/>
            <pc:sldMk cId="1595637238" sldId="375"/>
            <ac:picMk id="11" creationId="{977B76FA-EA72-4839-AED5-CD9E1660519E}"/>
          </ac:picMkLst>
        </pc:picChg>
      </pc:sldChg>
      <pc:sldChg chg="addSp delSp modSp add mod">
        <pc:chgData name="변 구훈" userId="3ff7b78a3b81e618" providerId="LiveId" clId="{9F5E3C80-CC36-433C-8D91-E2F43673E4A4}" dt="2021-11-06T13:37:45.593" v="176" actId="1076"/>
        <pc:sldMkLst>
          <pc:docMk/>
          <pc:sldMk cId="841999314" sldId="376"/>
        </pc:sldMkLst>
        <pc:spChg chg="mod">
          <ac:chgData name="변 구훈" userId="3ff7b78a3b81e618" providerId="LiveId" clId="{9F5E3C80-CC36-433C-8D91-E2F43673E4A4}" dt="2021-11-06T13:37:32.498" v="173"/>
          <ac:spMkLst>
            <pc:docMk/>
            <pc:sldMk cId="841999314" sldId="376"/>
            <ac:spMk id="9" creationId="{182D1A30-98B8-4D1C-A3FB-7298F12C95CF}"/>
          </ac:spMkLst>
        </pc:spChg>
        <pc:picChg chg="add mod">
          <ac:chgData name="변 구훈" userId="3ff7b78a3b81e618" providerId="LiveId" clId="{9F5E3C80-CC36-433C-8D91-E2F43673E4A4}" dt="2021-11-06T13:37:45.593" v="176" actId="1076"/>
          <ac:picMkLst>
            <pc:docMk/>
            <pc:sldMk cId="841999314" sldId="376"/>
            <ac:picMk id="4" creationId="{E8893422-8E44-48E5-9ADA-4D2256A64369}"/>
          </ac:picMkLst>
        </pc:picChg>
        <pc:picChg chg="del">
          <ac:chgData name="변 구훈" userId="3ff7b78a3b81e618" providerId="LiveId" clId="{9F5E3C80-CC36-433C-8D91-E2F43673E4A4}" dt="2021-11-06T13:37:02.232" v="102" actId="478"/>
          <ac:picMkLst>
            <pc:docMk/>
            <pc:sldMk cId="841999314" sldId="376"/>
            <ac:picMk id="11" creationId="{977B76FA-EA72-4839-AED5-CD9E1660519E}"/>
          </ac:picMkLst>
        </pc:picChg>
      </pc:sldChg>
      <pc:sldChg chg="addSp delSp modSp add mod">
        <pc:chgData name="변 구훈" userId="3ff7b78a3b81e618" providerId="LiveId" clId="{9F5E3C80-CC36-433C-8D91-E2F43673E4A4}" dt="2021-11-06T13:40:12.056" v="215" actId="1076"/>
        <pc:sldMkLst>
          <pc:docMk/>
          <pc:sldMk cId="511372173" sldId="377"/>
        </pc:sldMkLst>
        <pc:spChg chg="mod">
          <ac:chgData name="변 구훈" userId="3ff7b78a3b81e618" providerId="LiveId" clId="{9F5E3C80-CC36-433C-8D91-E2F43673E4A4}" dt="2021-11-06T13:40:10.474" v="214"/>
          <ac:spMkLst>
            <pc:docMk/>
            <pc:sldMk cId="511372173" sldId="377"/>
            <ac:spMk id="9" creationId="{182D1A30-98B8-4D1C-A3FB-7298F12C95CF}"/>
          </ac:spMkLst>
        </pc:spChg>
        <pc:grpChg chg="add mod">
          <ac:chgData name="변 구훈" userId="3ff7b78a3b81e618" providerId="LiveId" clId="{9F5E3C80-CC36-433C-8D91-E2F43673E4A4}" dt="2021-11-06T13:40:12.056" v="215" actId="1076"/>
          <ac:grpSpMkLst>
            <pc:docMk/>
            <pc:sldMk cId="511372173" sldId="377"/>
            <ac:grpSpMk id="8" creationId="{3733764D-3DAB-4EFE-8035-6555A5209AF5}"/>
          </ac:grpSpMkLst>
        </pc:grpChg>
        <pc:picChg chg="del">
          <ac:chgData name="변 구훈" userId="3ff7b78a3b81e618" providerId="LiveId" clId="{9F5E3C80-CC36-433C-8D91-E2F43673E4A4}" dt="2021-11-06T13:37:57.583" v="178" actId="478"/>
          <ac:picMkLst>
            <pc:docMk/>
            <pc:sldMk cId="511372173" sldId="377"/>
            <ac:picMk id="4" creationId="{E8893422-8E44-48E5-9ADA-4D2256A64369}"/>
          </ac:picMkLst>
        </pc:picChg>
        <pc:picChg chg="add mod">
          <ac:chgData name="변 구훈" userId="3ff7b78a3b81e618" providerId="LiveId" clId="{9F5E3C80-CC36-433C-8D91-E2F43673E4A4}" dt="2021-11-06T13:38:30.425" v="193" actId="164"/>
          <ac:picMkLst>
            <pc:docMk/>
            <pc:sldMk cId="511372173" sldId="377"/>
            <ac:picMk id="5" creationId="{C90B142B-9E79-457B-80A8-677E42B4F8A0}"/>
          </ac:picMkLst>
        </pc:picChg>
        <pc:picChg chg="add mod">
          <ac:chgData name="변 구훈" userId="3ff7b78a3b81e618" providerId="LiveId" clId="{9F5E3C80-CC36-433C-8D91-E2F43673E4A4}" dt="2021-11-06T13:38:30.425" v="193" actId="164"/>
          <ac:picMkLst>
            <pc:docMk/>
            <pc:sldMk cId="511372173" sldId="377"/>
            <ac:picMk id="7" creationId="{43F59E09-967D-48AB-A105-3D3E00AB53CE}"/>
          </ac:picMkLst>
        </pc:picChg>
      </pc:sldChg>
      <pc:sldChg chg="addSp delSp modSp add mod">
        <pc:chgData name="변 구훈" userId="3ff7b78a3b81e618" providerId="LiveId" clId="{9F5E3C80-CC36-433C-8D91-E2F43673E4A4}" dt="2021-11-06T13:42:19.302" v="257" actId="14100"/>
        <pc:sldMkLst>
          <pc:docMk/>
          <pc:sldMk cId="3568262124" sldId="378"/>
        </pc:sldMkLst>
        <pc:spChg chg="del mod">
          <ac:chgData name="변 구훈" userId="3ff7b78a3b81e618" providerId="LiveId" clId="{9F5E3C80-CC36-433C-8D91-E2F43673E4A4}" dt="2021-11-06T13:40:20.501" v="227" actId="478"/>
          <ac:spMkLst>
            <pc:docMk/>
            <pc:sldMk cId="3568262124" sldId="378"/>
            <ac:spMk id="9" creationId="{182D1A30-98B8-4D1C-A3FB-7298F12C95CF}"/>
          </ac:spMkLst>
        </pc:spChg>
        <pc:spChg chg="add mod">
          <ac:chgData name="변 구훈" userId="3ff7b78a3b81e618" providerId="LiveId" clId="{9F5E3C80-CC36-433C-8D91-E2F43673E4A4}" dt="2021-11-06T13:42:19.302" v="257" actId="14100"/>
          <ac:spMkLst>
            <pc:docMk/>
            <pc:sldMk cId="3568262124" sldId="378"/>
            <ac:spMk id="13" creationId="{73B13580-08D0-441D-9A4C-D31431B29E2A}"/>
          </ac:spMkLst>
        </pc:spChg>
        <pc:grpChg chg="del">
          <ac:chgData name="변 구훈" userId="3ff7b78a3b81e618" providerId="LiveId" clId="{9F5E3C80-CC36-433C-8D91-E2F43673E4A4}" dt="2021-11-06T13:40:21.534" v="228" actId="478"/>
          <ac:grpSpMkLst>
            <pc:docMk/>
            <pc:sldMk cId="3568262124" sldId="378"/>
            <ac:grpSpMk id="8" creationId="{3733764D-3DAB-4EFE-8035-6555A5209AF5}"/>
          </ac:grpSpMkLst>
        </pc:grpChg>
        <pc:grpChg chg="add del mod">
          <ac:chgData name="변 구훈" userId="3ff7b78a3b81e618" providerId="LiveId" clId="{9F5E3C80-CC36-433C-8D91-E2F43673E4A4}" dt="2021-11-06T13:40:20.501" v="227" actId="478"/>
          <ac:grpSpMkLst>
            <pc:docMk/>
            <pc:sldMk cId="3568262124" sldId="378"/>
            <ac:grpSpMk id="10" creationId="{5AF933A3-72BF-4C33-8879-75DC3D5DD280}"/>
          </ac:grpSpMkLst>
        </pc:grpChg>
        <pc:picChg chg="add mod">
          <ac:chgData name="변 구훈" userId="3ff7b78a3b81e618" providerId="LiveId" clId="{9F5E3C80-CC36-433C-8D91-E2F43673E4A4}" dt="2021-11-06T13:41:48.175" v="244" actId="1076"/>
          <ac:picMkLst>
            <pc:docMk/>
            <pc:sldMk cId="3568262124" sldId="378"/>
            <ac:picMk id="4" creationId="{9A3C0C70-51C2-4CBC-BBE4-F4526E097A50}"/>
          </ac:picMkLst>
        </pc:picChg>
        <pc:picChg chg="mod">
          <ac:chgData name="변 구훈" userId="3ff7b78a3b81e618" providerId="LiveId" clId="{9F5E3C80-CC36-433C-8D91-E2F43673E4A4}" dt="2021-11-06T13:40:19.304" v="226" actId="571"/>
          <ac:picMkLst>
            <pc:docMk/>
            <pc:sldMk cId="3568262124" sldId="378"/>
            <ac:picMk id="11" creationId="{2EBF07A0-6228-41EC-8535-7B64AD031F90}"/>
          </ac:picMkLst>
        </pc:picChg>
        <pc:picChg chg="mod">
          <ac:chgData name="변 구훈" userId="3ff7b78a3b81e618" providerId="LiveId" clId="{9F5E3C80-CC36-433C-8D91-E2F43673E4A4}" dt="2021-11-06T13:40:19.304" v="226" actId="571"/>
          <ac:picMkLst>
            <pc:docMk/>
            <pc:sldMk cId="3568262124" sldId="378"/>
            <ac:picMk id="12" creationId="{7904CDD0-AA90-440E-B0B8-A866D61C38FB}"/>
          </ac:picMkLst>
        </pc:picChg>
      </pc:sldChg>
      <pc:sldChg chg="addSp delSp modSp add mod">
        <pc:chgData name="변 구훈" userId="3ff7b78a3b81e618" providerId="LiveId" clId="{9F5E3C80-CC36-433C-8D91-E2F43673E4A4}" dt="2021-11-06T13:42:56.044" v="270" actId="20577"/>
        <pc:sldMkLst>
          <pc:docMk/>
          <pc:sldMk cId="1120116910" sldId="379"/>
        </pc:sldMkLst>
        <pc:spChg chg="add mod">
          <ac:chgData name="변 구훈" userId="3ff7b78a3b81e618" providerId="LiveId" clId="{9F5E3C80-CC36-433C-8D91-E2F43673E4A4}" dt="2021-11-06T13:42:56.044" v="270" actId="20577"/>
          <ac:spMkLst>
            <pc:docMk/>
            <pc:sldMk cId="1120116910" sldId="379"/>
            <ac:spMk id="9" creationId="{5296F002-CCAC-4EA4-AD93-B04765352B67}"/>
          </ac:spMkLst>
        </pc:spChg>
        <pc:grpChg chg="add mod">
          <ac:chgData name="변 구훈" userId="3ff7b78a3b81e618" providerId="LiveId" clId="{9F5E3C80-CC36-433C-8D91-E2F43673E4A4}" dt="2021-11-06T13:42:37.353" v="259" actId="1076"/>
          <ac:grpSpMkLst>
            <pc:docMk/>
            <pc:sldMk cId="1120116910" sldId="379"/>
            <ac:grpSpMk id="8" creationId="{CF2BE793-B0F0-45C6-8F42-BD01F02B0F0F}"/>
          </ac:grpSpMkLst>
        </pc:grpChg>
        <pc:picChg chg="del">
          <ac:chgData name="변 구훈" userId="3ff7b78a3b81e618" providerId="LiveId" clId="{9F5E3C80-CC36-433C-8D91-E2F43673E4A4}" dt="2021-11-06T13:40:45.999" v="232" actId="478"/>
          <ac:picMkLst>
            <pc:docMk/>
            <pc:sldMk cId="1120116910" sldId="379"/>
            <ac:picMk id="4" creationId="{9A3C0C70-51C2-4CBC-BBE4-F4526E097A50}"/>
          </ac:picMkLst>
        </pc:picChg>
        <pc:picChg chg="add mod">
          <ac:chgData name="변 구훈" userId="3ff7b78a3b81e618" providerId="LiveId" clId="{9F5E3C80-CC36-433C-8D91-E2F43673E4A4}" dt="2021-11-06T13:41:02.173" v="239" actId="164"/>
          <ac:picMkLst>
            <pc:docMk/>
            <pc:sldMk cId="1120116910" sldId="379"/>
            <ac:picMk id="5" creationId="{164DE871-0CFA-4D41-9FAD-FFF11F7AE154}"/>
          </ac:picMkLst>
        </pc:picChg>
        <pc:picChg chg="add mod">
          <ac:chgData name="변 구훈" userId="3ff7b78a3b81e618" providerId="LiveId" clId="{9F5E3C80-CC36-433C-8D91-E2F43673E4A4}" dt="2021-11-06T13:41:02.173" v="239" actId="164"/>
          <ac:picMkLst>
            <pc:docMk/>
            <pc:sldMk cId="1120116910" sldId="379"/>
            <ac:picMk id="7" creationId="{295DD9A4-8D9D-4F3B-AA75-8FEDEB830154}"/>
          </ac:picMkLst>
        </pc:picChg>
      </pc:sldChg>
      <pc:sldChg chg="addSp delSp modSp add mod">
        <pc:chgData name="변 구훈" userId="3ff7b78a3b81e618" providerId="LiveId" clId="{9F5E3C80-CC36-433C-8D91-E2F43673E4A4}" dt="2021-11-06T13:43:25.752" v="279" actId="1076"/>
        <pc:sldMkLst>
          <pc:docMk/>
          <pc:sldMk cId="4194890201" sldId="380"/>
        </pc:sldMkLst>
        <pc:spChg chg="del">
          <ac:chgData name="변 구훈" userId="3ff7b78a3b81e618" providerId="LiveId" clId="{9F5E3C80-CC36-433C-8D91-E2F43673E4A4}" dt="2021-11-06T13:43:03.988" v="273" actId="478"/>
          <ac:spMkLst>
            <pc:docMk/>
            <pc:sldMk cId="4194890201" sldId="380"/>
            <ac:spMk id="9" creationId="{5296F002-CCAC-4EA4-AD93-B04765352B67}"/>
          </ac:spMkLst>
        </pc:spChg>
        <pc:grpChg chg="del">
          <ac:chgData name="변 구훈" userId="3ff7b78a3b81e618" providerId="LiveId" clId="{9F5E3C80-CC36-433C-8D91-E2F43673E4A4}" dt="2021-11-06T13:43:05.061" v="274" actId="478"/>
          <ac:grpSpMkLst>
            <pc:docMk/>
            <pc:sldMk cId="4194890201" sldId="380"/>
            <ac:grpSpMk id="8" creationId="{CF2BE793-B0F0-45C6-8F42-BD01F02B0F0F}"/>
          </ac:grpSpMkLst>
        </pc:grpChg>
        <pc:grpChg chg="add del mod">
          <ac:chgData name="변 구훈" userId="3ff7b78a3b81e618" providerId="LiveId" clId="{9F5E3C80-CC36-433C-8D91-E2F43673E4A4}" dt="2021-11-06T13:43:03.988" v="273" actId="478"/>
          <ac:grpSpMkLst>
            <pc:docMk/>
            <pc:sldMk cId="4194890201" sldId="380"/>
            <ac:grpSpMk id="10" creationId="{03E82447-CBCC-4CAB-A9B1-8B90ABB80F09}"/>
          </ac:grpSpMkLst>
        </pc:grpChg>
        <pc:picChg chg="add mod">
          <ac:chgData name="변 구훈" userId="3ff7b78a3b81e618" providerId="LiveId" clId="{9F5E3C80-CC36-433C-8D91-E2F43673E4A4}" dt="2021-11-06T13:43:25.752" v="279" actId="1076"/>
          <ac:picMkLst>
            <pc:docMk/>
            <pc:sldMk cId="4194890201" sldId="380"/>
            <ac:picMk id="4" creationId="{D18C1A0C-68CB-4B66-BCB1-B3582423C7AB}"/>
          </ac:picMkLst>
        </pc:picChg>
        <pc:picChg chg="mod">
          <ac:chgData name="변 구훈" userId="3ff7b78a3b81e618" providerId="LiveId" clId="{9F5E3C80-CC36-433C-8D91-E2F43673E4A4}" dt="2021-11-06T13:43:02.521" v="272" actId="571"/>
          <ac:picMkLst>
            <pc:docMk/>
            <pc:sldMk cId="4194890201" sldId="380"/>
            <ac:picMk id="11" creationId="{7799F429-A32B-4417-A0B5-EF59400BDD17}"/>
          </ac:picMkLst>
        </pc:picChg>
        <pc:picChg chg="mod">
          <ac:chgData name="변 구훈" userId="3ff7b78a3b81e618" providerId="LiveId" clId="{9F5E3C80-CC36-433C-8D91-E2F43673E4A4}" dt="2021-11-06T13:43:02.521" v="272" actId="571"/>
          <ac:picMkLst>
            <pc:docMk/>
            <pc:sldMk cId="4194890201" sldId="380"/>
            <ac:picMk id="12" creationId="{F79711C9-CB30-475C-93F0-B13B8586EAD7}"/>
          </ac:picMkLst>
        </pc:picChg>
      </pc:sldChg>
      <pc:sldChg chg="addSp delSp modSp add mod">
        <pc:chgData name="변 구훈" userId="3ff7b78a3b81e618" providerId="LiveId" clId="{9F5E3C80-CC36-433C-8D91-E2F43673E4A4}" dt="2021-11-06T13:43:41.297" v="284" actId="1076"/>
        <pc:sldMkLst>
          <pc:docMk/>
          <pc:sldMk cId="3282393008" sldId="381"/>
        </pc:sldMkLst>
        <pc:picChg chg="del">
          <ac:chgData name="변 구훈" userId="3ff7b78a3b81e618" providerId="LiveId" clId="{9F5E3C80-CC36-433C-8D91-E2F43673E4A4}" dt="2021-11-06T13:43:30.704" v="281" actId="478"/>
          <ac:picMkLst>
            <pc:docMk/>
            <pc:sldMk cId="3282393008" sldId="381"/>
            <ac:picMk id="4" creationId="{D18C1A0C-68CB-4B66-BCB1-B3582423C7AB}"/>
          </ac:picMkLst>
        </pc:picChg>
        <pc:picChg chg="add mod">
          <ac:chgData name="변 구훈" userId="3ff7b78a3b81e618" providerId="LiveId" clId="{9F5E3C80-CC36-433C-8D91-E2F43673E4A4}" dt="2021-11-06T13:43:41.297" v="284" actId="1076"/>
          <ac:picMkLst>
            <pc:docMk/>
            <pc:sldMk cId="3282393008" sldId="381"/>
            <ac:picMk id="5" creationId="{6F007F5E-F04C-4784-8536-AB7B382506B3}"/>
          </ac:picMkLst>
        </pc:picChg>
      </pc:sldChg>
      <pc:sldChg chg="addSp delSp modSp add del mod">
        <pc:chgData name="변 구훈" userId="3ff7b78a3b81e618" providerId="LiveId" clId="{9F5E3C80-CC36-433C-8D91-E2F43673E4A4}" dt="2021-11-06T13:45:19.179" v="297" actId="1036"/>
        <pc:sldMkLst>
          <pc:docMk/>
          <pc:sldMk cId="3679090070" sldId="382"/>
        </pc:sldMkLst>
        <pc:picChg chg="add mod">
          <ac:chgData name="변 구훈" userId="3ff7b78a3b81e618" providerId="LiveId" clId="{9F5E3C80-CC36-433C-8D91-E2F43673E4A4}" dt="2021-11-06T13:45:19.179" v="297" actId="1036"/>
          <ac:picMkLst>
            <pc:docMk/>
            <pc:sldMk cId="3679090070" sldId="382"/>
            <ac:picMk id="4" creationId="{216902D7-4CA8-4BF4-9F18-AC5DC9C23C3B}"/>
          </ac:picMkLst>
        </pc:picChg>
        <pc:picChg chg="del mod">
          <ac:chgData name="변 구훈" userId="3ff7b78a3b81e618" providerId="LiveId" clId="{9F5E3C80-CC36-433C-8D91-E2F43673E4A4}" dt="2021-11-06T13:43:47.720" v="289" actId="478"/>
          <ac:picMkLst>
            <pc:docMk/>
            <pc:sldMk cId="3679090070" sldId="382"/>
            <ac:picMk id="5" creationId="{6F007F5E-F04C-4784-8536-AB7B382506B3}"/>
          </ac:picMkLst>
        </pc:picChg>
      </pc:sldChg>
      <pc:sldChg chg="addSp delSp modSp add mod">
        <pc:chgData name="변 구훈" userId="3ff7b78a3b81e618" providerId="LiveId" clId="{9F5E3C80-CC36-433C-8D91-E2F43673E4A4}" dt="2021-11-06T13:46:13.678" v="321" actId="164"/>
        <pc:sldMkLst>
          <pc:docMk/>
          <pc:sldMk cId="2828128309" sldId="383"/>
        </pc:sldMkLst>
        <pc:grpChg chg="add mod">
          <ac:chgData name="변 구훈" userId="3ff7b78a3b81e618" providerId="LiveId" clId="{9F5E3C80-CC36-433C-8D91-E2F43673E4A4}" dt="2021-11-06T13:46:13.678" v="321" actId="164"/>
          <ac:grpSpMkLst>
            <pc:docMk/>
            <pc:sldMk cId="2828128309" sldId="383"/>
            <ac:grpSpMk id="10" creationId="{62563108-91D9-45E6-BC8A-6C36E708C3F0}"/>
          </ac:grpSpMkLst>
        </pc:grpChg>
        <pc:picChg chg="del">
          <ac:chgData name="변 구훈" userId="3ff7b78a3b81e618" providerId="LiveId" clId="{9F5E3C80-CC36-433C-8D91-E2F43673E4A4}" dt="2021-11-06T13:45:23.139" v="299" actId="478"/>
          <ac:picMkLst>
            <pc:docMk/>
            <pc:sldMk cId="2828128309" sldId="383"/>
            <ac:picMk id="4" creationId="{216902D7-4CA8-4BF4-9F18-AC5DC9C23C3B}"/>
          </ac:picMkLst>
        </pc:picChg>
        <pc:picChg chg="add del mod">
          <ac:chgData name="변 구훈" userId="3ff7b78a3b81e618" providerId="LiveId" clId="{9F5E3C80-CC36-433C-8D91-E2F43673E4A4}" dt="2021-11-06T13:45:41.172" v="306" actId="478"/>
          <ac:picMkLst>
            <pc:docMk/>
            <pc:sldMk cId="2828128309" sldId="383"/>
            <ac:picMk id="5" creationId="{29793768-96A4-4C0C-856C-F6C4392686A0}"/>
          </ac:picMkLst>
        </pc:picChg>
        <pc:picChg chg="add mod">
          <ac:chgData name="변 구훈" userId="3ff7b78a3b81e618" providerId="LiveId" clId="{9F5E3C80-CC36-433C-8D91-E2F43673E4A4}" dt="2021-11-06T13:46:13.678" v="321" actId="164"/>
          <ac:picMkLst>
            <pc:docMk/>
            <pc:sldMk cId="2828128309" sldId="383"/>
            <ac:picMk id="7" creationId="{1659AECC-F7F3-451A-B22D-A2C3D7366415}"/>
          </ac:picMkLst>
        </pc:picChg>
        <pc:picChg chg="add mod">
          <ac:chgData name="변 구훈" userId="3ff7b78a3b81e618" providerId="LiveId" clId="{9F5E3C80-CC36-433C-8D91-E2F43673E4A4}" dt="2021-11-06T13:46:13.678" v="321" actId="164"/>
          <ac:picMkLst>
            <pc:docMk/>
            <pc:sldMk cId="2828128309" sldId="383"/>
            <ac:picMk id="9" creationId="{88627063-2BF4-4105-AF0B-E0F4DADB6634}"/>
          </ac:picMkLst>
        </pc:picChg>
      </pc:sldChg>
      <pc:sldChg chg="modSp add mod ord">
        <pc:chgData name="변 구훈" userId="3ff7b78a3b81e618" providerId="LiveId" clId="{9F5E3C80-CC36-433C-8D91-E2F43673E4A4}" dt="2021-11-06T13:45:39.808" v="305"/>
        <pc:sldMkLst>
          <pc:docMk/>
          <pc:sldMk cId="2403633998" sldId="384"/>
        </pc:sldMkLst>
        <pc:picChg chg="mod">
          <ac:chgData name="변 구훈" userId="3ff7b78a3b81e618" providerId="LiveId" clId="{9F5E3C80-CC36-433C-8D91-E2F43673E4A4}" dt="2021-11-06T13:45:38.361" v="303" actId="1076"/>
          <ac:picMkLst>
            <pc:docMk/>
            <pc:sldMk cId="2403633998" sldId="384"/>
            <ac:picMk id="5" creationId="{29793768-96A4-4C0C-856C-F6C4392686A0}"/>
          </ac:picMkLst>
        </pc:picChg>
      </pc:sldChg>
      <pc:sldChg chg="addSp delSp modSp add mod">
        <pc:chgData name="변 구훈" userId="3ff7b78a3b81e618" providerId="LiveId" clId="{9F5E3C80-CC36-433C-8D91-E2F43673E4A4}" dt="2021-11-06T13:46:53.031" v="325" actId="1076"/>
        <pc:sldMkLst>
          <pc:docMk/>
          <pc:sldMk cId="2846785557" sldId="385"/>
        </pc:sldMkLst>
        <pc:picChg chg="add mod">
          <ac:chgData name="변 구훈" userId="3ff7b78a3b81e618" providerId="LiveId" clId="{9F5E3C80-CC36-433C-8D91-E2F43673E4A4}" dt="2021-11-06T13:46:53.031" v="325" actId="1076"/>
          <ac:picMkLst>
            <pc:docMk/>
            <pc:sldMk cId="2846785557" sldId="385"/>
            <ac:picMk id="4" creationId="{1DBF6670-CEDA-440F-B813-707FC3D9F114}"/>
          </ac:picMkLst>
        </pc:picChg>
        <pc:picChg chg="del">
          <ac:chgData name="변 구훈" userId="3ff7b78a3b81e618" providerId="LiveId" clId="{9F5E3C80-CC36-433C-8D91-E2F43673E4A4}" dt="2021-11-06T13:46:15.455" v="322" actId="478"/>
          <ac:picMkLst>
            <pc:docMk/>
            <pc:sldMk cId="2846785557" sldId="385"/>
            <ac:picMk id="7" creationId="{1659AECC-F7F3-451A-B22D-A2C3D7366415}"/>
          </ac:picMkLst>
        </pc:picChg>
      </pc:sldChg>
      <pc:sldChg chg="addSp delSp modSp add mod">
        <pc:chgData name="변 구훈" userId="3ff7b78a3b81e618" providerId="LiveId" clId="{9F5E3C80-CC36-433C-8D91-E2F43673E4A4}" dt="2021-11-06T13:47:07.207" v="330" actId="1076"/>
        <pc:sldMkLst>
          <pc:docMk/>
          <pc:sldMk cId="886039306" sldId="386"/>
        </pc:sldMkLst>
        <pc:picChg chg="del">
          <ac:chgData name="변 구훈" userId="3ff7b78a3b81e618" providerId="LiveId" clId="{9F5E3C80-CC36-433C-8D91-E2F43673E4A4}" dt="2021-11-06T13:46:58.674" v="327" actId="478"/>
          <ac:picMkLst>
            <pc:docMk/>
            <pc:sldMk cId="886039306" sldId="386"/>
            <ac:picMk id="4" creationId="{1DBF6670-CEDA-440F-B813-707FC3D9F114}"/>
          </ac:picMkLst>
        </pc:picChg>
        <pc:picChg chg="add mod">
          <ac:chgData name="변 구훈" userId="3ff7b78a3b81e618" providerId="LiveId" clId="{9F5E3C80-CC36-433C-8D91-E2F43673E4A4}" dt="2021-11-06T13:47:07.207" v="330" actId="1076"/>
          <ac:picMkLst>
            <pc:docMk/>
            <pc:sldMk cId="886039306" sldId="386"/>
            <ac:picMk id="5" creationId="{FB78CC16-4636-44FE-8991-6BE7F40C9EEF}"/>
          </ac:picMkLst>
        </pc:picChg>
      </pc:sldChg>
      <pc:sldChg chg="addSp delSp add mod">
        <pc:chgData name="변 구훈" userId="3ff7b78a3b81e618" providerId="LiveId" clId="{9F5E3C80-CC36-433C-8D91-E2F43673E4A4}" dt="2021-11-06T13:47:20.632" v="333" actId="22"/>
        <pc:sldMkLst>
          <pc:docMk/>
          <pc:sldMk cId="388285058" sldId="387"/>
        </pc:sldMkLst>
        <pc:picChg chg="add">
          <ac:chgData name="변 구훈" userId="3ff7b78a3b81e618" providerId="LiveId" clId="{9F5E3C80-CC36-433C-8D91-E2F43673E4A4}" dt="2021-11-06T13:47:20.632" v="333" actId="22"/>
          <ac:picMkLst>
            <pc:docMk/>
            <pc:sldMk cId="388285058" sldId="387"/>
            <ac:picMk id="4" creationId="{1F4B70D9-09C5-4181-93FB-5F54056A80D2}"/>
          </ac:picMkLst>
        </pc:picChg>
        <pc:picChg chg="del">
          <ac:chgData name="변 구훈" userId="3ff7b78a3b81e618" providerId="LiveId" clId="{9F5E3C80-CC36-433C-8D91-E2F43673E4A4}" dt="2021-11-06T13:47:20.034" v="332" actId="478"/>
          <ac:picMkLst>
            <pc:docMk/>
            <pc:sldMk cId="388285058" sldId="387"/>
            <ac:picMk id="5" creationId="{FB78CC16-4636-44FE-8991-6BE7F40C9EEF}"/>
          </ac:picMkLst>
        </pc:picChg>
      </pc:sldChg>
      <pc:sldChg chg="addSp delSp modSp add mod">
        <pc:chgData name="변 구훈" userId="3ff7b78a3b81e618" providerId="LiveId" clId="{9F5E3C80-CC36-433C-8D91-E2F43673E4A4}" dt="2021-11-06T13:48:10.255" v="338" actId="1076"/>
        <pc:sldMkLst>
          <pc:docMk/>
          <pc:sldMk cId="4130618122" sldId="388"/>
        </pc:sldMkLst>
        <pc:picChg chg="del">
          <ac:chgData name="변 구훈" userId="3ff7b78a3b81e618" providerId="LiveId" clId="{9F5E3C80-CC36-433C-8D91-E2F43673E4A4}" dt="2021-11-06T13:47:35.154" v="335" actId="478"/>
          <ac:picMkLst>
            <pc:docMk/>
            <pc:sldMk cId="4130618122" sldId="388"/>
            <ac:picMk id="4" creationId="{1F4B70D9-09C5-4181-93FB-5F54056A80D2}"/>
          </ac:picMkLst>
        </pc:picChg>
        <pc:picChg chg="add mod">
          <ac:chgData name="변 구훈" userId="3ff7b78a3b81e618" providerId="LiveId" clId="{9F5E3C80-CC36-433C-8D91-E2F43673E4A4}" dt="2021-11-06T13:48:10.255" v="338" actId="1076"/>
          <ac:picMkLst>
            <pc:docMk/>
            <pc:sldMk cId="4130618122" sldId="388"/>
            <ac:picMk id="5" creationId="{ECF67A4E-CEEB-4082-9C1D-D11BA95BA86D}"/>
          </ac:picMkLst>
        </pc:picChg>
      </pc:sldChg>
      <pc:sldChg chg="addSp delSp modSp add mod">
        <pc:chgData name="변 구훈" userId="3ff7b78a3b81e618" providerId="LiveId" clId="{9F5E3C80-CC36-433C-8D91-E2F43673E4A4}" dt="2021-11-06T13:48:43.840" v="350" actId="1076"/>
        <pc:sldMkLst>
          <pc:docMk/>
          <pc:sldMk cId="2444168802" sldId="389"/>
        </pc:sldMkLst>
        <pc:grpChg chg="add mod">
          <ac:chgData name="변 구훈" userId="3ff7b78a3b81e618" providerId="LiveId" clId="{9F5E3C80-CC36-433C-8D91-E2F43673E4A4}" dt="2021-11-06T13:48:43.840" v="350" actId="1076"/>
          <ac:grpSpMkLst>
            <pc:docMk/>
            <pc:sldMk cId="2444168802" sldId="389"/>
            <ac:grpSpMk id="8" creationId="{A1C9FC3C-F3EF-4FA2-A1C6-FB5DF38D99B8}"/>
          </ac:grpSpMkLst>
        </pc:grpChg>
        <pc:picChg chg="add mod">
          <ac:chgData name="변 구훈" userId="3ff7b78a3b81e618" providerId="LiveId" clId="{9F5E3C80-CC36-433C-8D91-E2F43673E4A4}" dt="2021-11-06T13:48:42.814" v="349" actId="164"/>
          <ac:picMkLst>
            <pc:docMk/>
            <pc:sldMk cId="2444168802" sldId="389"/>
            <ac:picMk id="4" creationId="{991B715A-011A-4239-96DB-B7D509BA8A7B}"/>
          </ac:picMkLst>
        </pc:picChg>
        <pc:picChg chg="del">
          <ac:chgData name="변 구훈" userId="3ff7b78a3b81e618" providerId="LiveId" clId="{9F5E3C80-CC36-433C-8D91-E2F43673E4A4}" dt="2021-11-06T13:48:12.969" v="340" actId="478"/>
          <ac:picMkLst>
            <pc:docMk/>
            <pc:sldMk cId="2444168802" sldId="389"/>
            <ac:picMk id="5" creationId="{ECF67A4E-CEEB-4082-9C1D-D11BA95BA86D}"/>
          </ac:picMkLst>
        </pc:picChg>
        <pc:picChg chg="add mod">
          <ac:chgData name="변 구훈" userId="3ff7b78a3b81e618" providerId="LiveId" clId="{9F5E3C80-CC36-433C-8D91-E2F43673E4A4}" dt="2021-11-06T13:48:42.814" v="349" actId="164"/>
          <ac:picMkLst>
            <pc:docMk/>
            <pc:sldMk cId="2444168802" sldId="389"/>
            <ac:picMk id="7" creationId="{71F9E972-2E7A-472B-BFAF-29F58DCE3DD8}"/>
          </ac:picMkLst>
        </pc:picChg>
      </pc:sldChg>
      <pc:sldChg chg="addSp delSp modSp add mod">
        <pc:chgData name="변 구훈" userId="3ff7b78a3b81e618" providerId="LiveId" clId="{9F5E3C80-CC36-433C-8D91-E2F43673E4A4}" dt="2021-11-06T13:49:17.272" v="436" actId="1076"/>
        <pc:sldMkLst>
          <pc:docMk/>
          <pc:sldMk cId="4223881569" sldId="390"/>
        </pc:sldMkLst>
        <pc:spChg chg="add mod">
          <ac:chgData name="변 구훈" userId="3ff7b78a3b81e618" providerId="LiveId" clId="{9F5E3C80-CC36-433C-8D91-E2F43673E4A4}" dt="2021-11-06T13:49:17.272" v="436" actId="1076"/>
          <ac:spMkLst>
            <pc:docMk/>
            <pc:sldMk cId="4223881569" sldId="390"/>
            <ac:spMk id="9" creationId="{F1C57831-3558-4522-8B21-A636C60EDA09}"/>
          </ac:spMkLst>
        </pc:spChg>
        <pc:grpChg chg="del">
          <ac:chgData name="변 구훈" userId="3ff7b78a3b81e618" providerId="LiveId" clId="{9F5E3C80-CC36-433C-8D91-E2F43673E4A4}" dt="2021-11-06T13:48:54.157" v="352" actId="478"/>
          <ac:grpSpMkLst>
            <pc:docMk/>
            <pc:sldMk cId="4223881569" sldId="390"/>
            <ac:grpSpMk id="8" creationId="{A1C9FC3C-F3EF-4FA2-A1C6-FB5DF38D99B8}"/>
          </ac:grpSpMkLst>
        </pc:grpChg>
        <pc:picChg chg="add">
          <ac:chgData name="변 구훈" userId="3ff7b78a3b81e618" providerId="LiveId" clId="{9F5E3C80-CC36-433C-8D91-E2F43673E4A4}" dt="2021-11-06T13:48:54.930" v="353" actId="22"/>
          <ac:picMkLst>
            <pc:docMk/>
            <pc:sldMk cId="4223881569" sldId="390"/>
            <ac:picMk id="5" creationId="{2222AD20-DD59-4E8F-9C19-4DBA39B3214B}"/>
          </ac:picMkLst>
        </pc:picChg>
      </pc:sldChg>
      <pc:sldChg chg="addSp delSp modSp add mod">
        <pc:chgData name="변 구훈" userId="3ff7b78a3b81e618" providerId="LiveId" clId="{9F5E3C80-CC36-433C-8D91-E2F43673E4A4}" dt="2021-11-06T13:49:26.923" v="441" actId="478"/>
        <pc:sldMkLst>
          <pc:docMk/>
          <pc:sldMk cId="3183193410" sldId="391"/>
        </pc:sldMkLst>
        <pc:spChg chg="del">
          <ac:chgData name="변 구훈" userId="3ff7b78a3b81e618" providerId="LiveId" clId="{9F5E3C80-CC36-433C-8D91-E2F43673E4A4}" dt="2021-11-06T13:49:25.202" v="439" actId="478"/>
          <ac:spMkLst>
            <pc:docMk/>
            <pc:sldMk cId="3183193410" sldId="391"/>
            <ac:spMk id="9" creationId="{F1C57831-3558-4522-8B21-A636C60EDA09}"/>
          </ac:spMkLst>
        </pc:spChg>
        <pc:picChg chg="add">
          <ac:chgData name="변 구훈" userId="3ff7b78a3b81e618" providerId="LiveId" clId="{9F5E3C80-CC36-433C-8D91-E2F43673E4A4}" dt="2021-11-06T13:49:25.370" v="440" actId="22"/>
          <ac:picMkLst>
            <pc:docMk/>
            <pc:sldMk cId="3183193410" sldId="391"/>
            <ac:picMk id="4" creationId="{0E083129-2ABE-464A-AC0E-3D64F225DF62}"/>
          </ac:picMkLst>
        </pc:picChg>
        <pc:picChg chg="del">
          <ac:chgData name="변 구훈" userId="3ff7b78a3b81e618" providerId="LiveId" clId="{9F5E3C80-CC36-433C-8D91-E2F43673E4A4}" dt="2021-11-06T13:49:26.923" v="441" actId="478"/>
          <ac:picMkLst>
            <pc:docMk/>
            <pc:sldMk cId="3183193410" sldId="391"/>
            <ac:picMk id="5" creationId="{2222AD20-DD59-4E8F-9C19-4DBA39B3214B}"/>
          </ac:picMkLst>
        </pc:picChg>
        <pc:picChg chg="add del mod">
          <ac:chgData name="변 구훈" userId="3ff7b78a3b81e618" providerId="LiveId" clId="{9F5E3C80-CC36-433C-8D91-E2F43673E4A4}" dt="2021-11-06T13:49:25.202" v="439" actId="478"/>
          <ac:picMkLst>
            <pc:docMk/>
            <pc:sldMk cId="3183193410" sldId="391"/>
            <ac:picMk id="6" creationId="{1799CE78-2582-4C66-801B-643662C75E8D}"/>
          </ac:picMkLst>
        </pc:picChg>
      </pc:sldChg>
      <pc:sldChg chg="addSp delSp modSp add mod">
        <pc:chgData name="변 구훈" userId="3ff7b78a3b81e618" providerId="LiveId" clId="{9F5E3C80-CC36-433C-8D91-E2F43673E4A4}" dt="2021-11-06T17:05:25.941" v="469" actId="164"/>
        <pc:sldMkLst>
          <pc:docMk/>
          <pc:sldMk cId="991996903" sldId="392"/>
        </pc:sldMkLst>
        <pc:spChg chg="mod">
          <ac:chgData name="변 구훈" userId="3ff7b78a3b81e618" providerId="LiveId" clId="{9F5E3C80-CC36-433C-8D91-E2F43673E4A4}" dt="2021-11-06T13:50:10.189" v="453"/>
          <ac:spMkLst>
            <pc:docMk/>
            <pc:sldMk cId="991996903" sldId="392"/>
            <ac:spMk id="2" creationId="{00000000-0000-0000-0000-000000000000}"/>
          </ac:spMkLst>
        </pc:spChg>
        <pc:spChg chg="add del mod">
          <ac:chgData name="변 구훈" userId="3ff7b78a3b81e618" providerId="LiveId" clId="{9F5E3C80-CC36-433C-8D91-E2F43673E4A4}" dt="2021-11-06T17:04:53.578" v="456" actId="478"/>
          <ac:spMkLst>
            <pc:docMk/>
            <pc:sldMk cId="991996903" sldId="392"/>
            <ac:spMk id="5" creationId="{8862BDCB-158F-41D8-8E4C-5453FA51A8BD}"/>
          </ac:spMkLst>
        </pc:spChg>
        <pc:grpChg chg="add mod">
          <ac:chgData name="변 구훈" userId="3ff7b78a3b81e618" providerId="LiveId" clId="{9F5E3C80-CC36-433C-8D91-E2F43673E4A4}" dt="2021-11-06T17:05:25.941" v="469" actId="164"/>
          <ac:grpSpMkLst>
            <pc:docMk/>
            <pc:sldMk cId="991996903" sldId="392"/>
            <ac:grpSpMk id="9" creationId="{22CBBBEC-3CA8-4580-B1EB-C37054F21681}"/>
          </ac:grpSpMkLst>
        </pc:grpChg>
        <pc:picChg chg="del">
          <ac:chgData name="변 구훈" userId="3ff7b78a3b81e618" providerId="LiveId" clId="{9F5E3C80-CC36-433C-8D91-E2F43673E4A4}" dt="2021-11-06T13:50:10.846" v="454" actId="478"/>
          <ac:picMkLst>
            <pc:docMk/>
            <pc:sldMk cId="991996903" sldId="392"/>
            <ac:picMk id="4" creationId="{0E083129-2ABE-464A-AC0E-3D64F225DF62}"/>
          </ac:picMkLst>
        </pc:picChg>
        <pc:picChg chg="add mod">
          <ac:chgData name="변 구훈" userId="3ff7b78a3b81e618" providerId="LiveId" clId="{9F5E3C80-CC36-433C-8D91-E2F43673E4A4}" dt="2021-11-06T17:05:25.941" v="469" actId="164"/>
          <ac:picMkLst>
            <pc:docMk/>
            <pc:sldMk cId="991996903" sldId="392"/>
            <ac:picMk id="6" creationId="{5EFFB937-FF38-4257-9464-C1E80D07D426}"/>
          </ac:picMkLst>
        </pc:picChg>
        <pc:picChg chg="add mod">
          <ac:chgData name="변 구훈" userId="3ff7b78a3b81e618" providerId="LiveId" clId="{9F5E3C80-CC36-433C-8D91-E2F43673E4A4}" dt="2021-11-06T17:05:25.941" v="469" actId="164"/>
          <ac:picMkLst>
            <pc:docMk/>
            <pc:sldMk cId="991996903" sldId="392"/>
            <ac:picMk id="8" creationId="{53F38081-BCF3-4569-A7F9-C23D0CDAD3D4}"/>
          </ac:picMkLst>
        </pc:picChg>
      </pc:sldChg>
      <pc:sldChg chg="addSp delSp modSp add mod">
        <pc:chgData name="변 구훈" userId="3ff7b78a3b81e618" providerId="LiveId" clId="{9F5E3C80-CC36-433C-8D91-E2F43673E4A4}" dt="2021-11-06T17:07:00.886" v="523" actId="1076"/>
        <pc:sldMkLst>
          <pc:docMk/>
          <pc:sldMk cId="4273343875" sldId="393"/>
        </pc:sldMkLst>
        <pc:spChg chg="add mod">
          <ac:chgData name="변 구훈" userId="3ff7b78a3b81e618" providerId="LiveId" clId="{9F5E3C80-CC36-433C-8D91-E2F43673E4A4}" dt="2021-11-06T17:06:45.127" v="520" actId="14100"/>
          <ac:spMkLst>
            <pc:docMk/>
            <pc:sldMk cId="4273343875" sldId="393"/>
            <ac:spMk id="7" creationId="{4B06D994-C9AE-4A43-9C6E-D3838FB53FDF}"/>
          </ac:spMkLst>
        </pc:spChg>
        <pc:grpChg chg="del">
          <ac:chgData name="변 구훈" userId="3ff7b78a3b81e618" providerId="LiveId" clId="{9F5E3C80-CC36-433C-8D91-E2F43673E4A4}" dt="2021-11-06T17:05:41.836" v="471" actId="478"/>
          <ac:grpSpMkLst>
            <pc:docMk/>
            <pc:sldMk cId="4273343875" sldId="393"/>
            <ac:grpSpMk id="9" creationId="{22CBBBEC-3CA8-4580-B1EB-C37054F21681}"/>
          </ac:grpSpMkLst>
        </pc:grpChg>
        <pc:picChg chg="add mod">
          <ac:chgData name="변 구훈" userId="3ff7b78a3b81e618" providerId="LiveId" clId="{9F5E3C80-CC36-433C-8D91-E2F43673E4A4}" dt="2021-11-06T17:07:00.886" v="523" actId="1076"/>
          <ac:picMkLst>
            <pc:docMk/>
            <pc:sldMk cId="4273343875" sldId="393"/>
            <ac:picMk id="4" creationId="{CED2D94F-D5C2-402B-B2BC-52FD6F96E671}"/>
          </ac:picMkLst>
        </pc:picChg>
      </pc:sldChg>
      <pc:sldChg chg="addSp delSp modSp add mod">
        <pc:chgData name="변 구훈" userId="3ff7b78a3b81e618" providerId="LiveId" clId="{9F5E3C80-CC36-433C-8D91-E2F43673E4A4}" dt="2021-11-06T17:07:25.470" v="530" actId="1038"/>
        <pc:sldMkLst>
          <pc:docMk/>
          <pc:sldMk cId="1013156342" sldId="394"/>
        </pc:sldMkLst>
        <pc:spChg chg="del">
          <ac:chgData name="변 구훈" userId="3ff7b78a3b81e618" providerId="LiveId" clId="{9F5E3C80-CC36-433C-8D91-E2F43673E4A4}" dt="2021-11-06T17:07:04.896" v="525" actId="478"/>
          <ac:spMkLst>
            <pc:docMk/>
            <pc:sldMk cId="1013156342" sldId="394"/>
            <ac:spMk id="7" creationId="{4B06D994-C9AE-4A43-9C6E-D3838FB53FDF}"/>
          </ac:spMkLst>
        </pc:spChg>
        <pc:picChg chg="del">
          <ac:chgData name="변 구훈" userId="3ff7b78a3b81e618" providerId="LiveId" clId="{9F5E3C80-CC36-433C-8D91-E2F43673E4A4}" dt="2021-11-06T17:07:04.896" v="525" actId="478"/>
          <ac:picMkLst>
            <pc:docMk/>
            <pc:sldMk cId="1013156342" sldId="394"/>
            <ac:picMk id="4" creationId="{CED2D94F-D5C2-402B-B2BC-52FD6F96E671}"/>
          </ac:picMkLst>
        </pc:picChg>
        <pc:picChg chg="add mod">
          <ac:chgData name="변 구훈" userId="3ff7b78a3b81e618" providerId="LiveId" clId="{9F5E3C80-CC36-433C-8D91-E2F43673E4A4}" dt="2021-11-06T17:07:25.470" v="530" actId="1038"/>
          <ac:picMkLst>
            <pc:docMk/>
            <pc:sldMk cId="1013156342" sldId="394"/>
            <ac:picMk id="5" creationId="{7E69F0D1-2985-48EF-908C-D413F20B68CF}"/>
          </ac:picMkLst>
        </pc:picChg>
      </pc:sldChg>
      <pc:sldChg chg="addSp delSp modSp add mod">
        <pc:chgData name="변 구훈" userId="3ff7b78a3b81e618" providerId="LiveId" clId="{9F5E3C80-CC36-433C-8D91-E2F43673E4A4}" dt="2021-11-06T17:07:42.038" v="534" actId="1076"/>
        <pc:sldMkLst>
          <pc:docMk/>
          <pc:sldMk cId="3458575318" sldId="395"/>
        </pc:sldMkLst>
        <pc:picChg chg="add mod">
          <ac:chgData name="변 구훈" userId="3ff7b78a3b81e618" providerId="LiveId" clId="{9F5E3C80-CC36-433C-8D91-E2F43673E4A4}" dt="2021-11-06T17:07:42.038" v="534" actId="1076"/>
          <ac:picMkLst>
            <pc:docMk/>
            <pc:sldMk cId="3458575318" sldId="395"/>
            <ac:picMk id="4" creationId="{A5680C19-D344-46DE-ACE6-6D9D5341F6FF}"/>
          </ac:picMkLst>
        </pc:picChg>
        <pc:picChg chg="del">
          <ac:chgData name="변 구훈" userId="3ff7b78a3b81e618" providerId="LiveId" clId="{9F5E3C80-CC36-433C-8D91-E2F43673E4A4}" dt="2021-11-06T17:07:28.963" v="532" actId="478"/>
          <ac:picMkLst>
            <pc:docMk/>
            <pc:sldMk cId="3458575318" sldId="395"/>
            <ac:picMk id="5" creationId="{7E69F0D1-2985-48EF-908C-D413F20B68CF}"/>
          </ac:picMkLst>
        </pc:picChg>
      </pc:sldChg>
      <pc:sldChg chg="addSp delSp modSp add mod">
        <pc:chgData name="변 구훈" userId="3ff7b78a3b81e618" providerId="LiveId" clId="{9F5E3C80-CC36-433C-8D91-E2F43673E4A4}" dt="2021-11-06T17:09:20.551" v="613" actId="27636"/>
        <pc:sldMkLst>
          <pc:docMk/>
          <pc:sldMk cId="3643937543" sldId="396"/>
        </pc:sldMkLst>
        <pc:spChg chg="add mod">
          <ac:chgData name="변 구훈" userId="3ff7b78a3b81e618" providerId="LiveId" clId="{9F5E3C80-CC36-433C-8D91-E2F43673E4A4}" dt="2021-11-06T17:09:20.551" v="613" actId="27636"/>
          <ac:spMkLst>
            <pc:docMk/>
            <pc:sldMk cId="3643937543" sldId="396"/>
            <ac:spMk id="6" creationId="{1024723D-0297-4D2B-A4CE-1103DE8D1AC2}"/>
          </ac:spMkLst>
        </pc:spChg>
        <pc:picChg chg="del">
          <ac:chgData name="변 구훈" userId="3ff7b78a3b81e618" providerId="LiveId" clId="{9F5E3C80-CC36-433C-8D91-E2F43673E4A4}" dt="2021-11-06T17:07:54.716" v="536" actId="478"/>
          <ac:picMkLst>
            <pc:docMk/>
            <pc:sldMk cId="3643937543" sldId="396"/>
            <ac:picMk id="4" creationId="{A5680C19-D344-46DE-ACE6-6D9D5341F6FF}"/>
          </ac:picMkLst>
        </pc:picChg>
        <pc:picChg chg="add mod">
          <ac:chgData name="변 구훈" userId="3ff7b78a3b81e618" providerId="LiveId" clId="{9F5E3C80-CC36-433C-8D91-E2F43673E4A4}" dt="2021-11-06T17:09:04.526" v="569" actId="1076"/>
          <ac:picMkLst>
            <pc:docMk/>
            <pc:sldMk cId="3643937543" sldId="396"/>
            <ac:picMk id="5" creationId="{87EC0411-6104-41B3-A72C-6FA1ECEFF115}"/>
          </ac:picMkLst>
        </pc:picChg>
      </pc:sldChg>
      <pc:sldChg chg="addSp delSp modSp add mod">
        <pc:chgData name="변 구훈" userId="3ff7b78a3b81e618" providerId="LiveId" clId="{9F5E3C80-CC36-433C-8D91-E2F43673E4A4}" dt="2021-11-06T17:17:31.008" v="733" actId="20577"/>
        <pc:sldMkLst>
          <pc:docMk/>
          <pc:sldMk cId="2747034090" sldId="397"/>
        </pc:sldMkLst>
        <pc:spChg chg="add del">
          <ac:chgData name="변 구훈" userId="3ff7b78a3b81e618" providerId="LiveId" clId="{9F5E3C80-CC36-433C-8D91-E2F43673E4A4}" dt="2021-11-06T17:08:18.780" v="545" actId="22"/>
          <ac:spMkLst>
            <pc:docMk/>
            <pc:sldMk cId="2747034090" sldId="397"/>
            <ac:spMk id="6" creationId="{104119DC-3F1C-4E32-9CCF-EBD57DCF8A1E}"/>
          </ac:spMkLst>
        </pc:spChg>
        <pc:spChg chg="add mod">
          <ac:chgData name="변 구훈" userId="3ff7b78a3b81e618" providerId="LiveId" clId="{9F5E3C80-CC36-433C-8D91-E2F43673E4A4}" dt="2021-11-06T17:17:31.008" v="733" actId="20577"/>
          <ac:spMkLst>
            <pc:docMk/>
            <pc:sldMk cId="2747034090" sldId="397"/>
            <ac:spMk id="8" creationId="{693529F4-295E-4616-A489-28C258247E60}"/>
          </ac:spMkLst>
        </pc:spChg>
        <pc:picChg chg="del">
          <ac:chgData name="변 구훈" userId="3ff7b78a3b81e618" providerId="LiveId" clId="{9F5E3C80-CC36-433C-8D91-E2F43673E4A4}" dt="2021-11-06T17:08:05.222" v="543" actId="478"/>
          <ac:picMkLst>
            <pc:docMk/>
            <pc:sldMk cId="2747034090" sldId="397"/>
            <ac:picMk id="5" creationId="{87EC0411-6104-41B3-A72C-6FA1ECEFF115}"/>
          </ac:picMkLst>
        </pc:picChg>
        <pc:picChg chg="add mod">
          <ac:chgData name="변 구훈" userId="3ff7b78a3b81e618" providerId="LiveId" clId="{9F5E3C80-CC36-433C-8D91-E2F43673E4A4}" dt="2021-11-06T17:17:29.471" v="730" actId="1076"/>
          <ac:picMkLst>
            <pc:docMk/>
            <pc:sldMk cId="2747034090" sldId="397"/>
            <ac:picMk id="7" creationId="{A2112E10-0938-44AC-8ADD-DF36BE12AB00}"/>
          </ac:picMkLst>
        </pc:picChg>
      </pc:sldChg>
      <pc:sldChg chg="addSp delSp modSp add mod">
        <pc:chgData name="변 구훈" userId="3ff7b78a3b81e618" providerId="LiveId" clId="{9F5E3C80-CC36-433C-8D91-E2F43673E4A4}" dt="2021-11-06T17:10:09.222" v="628" actId="1076"/>
        <pc:sldMkLst>
          <pc:docMk/>
          <pc:sldMk cId="1180298148" sldId="398"/>
        </pc:sldMkLst>
        <pc:spChg chg="del">
          <ac:chgData name="변 구훈" userId="3ff7b78a3b81e618" providerId="LiveId" clId="{9F5E3C80-CC36-433C-8D91-E2F43673E4A4}" dt="2021-11-06T17:09:35.938" v="615" actId="478"/>
          <ac:spMkLst>
            <pc:docMk/>
            <pc:sldMk cId="1180298148" sldId="398"/>
            <ac:spMk id="6" creationId="{1024723D-0297-4D2B-A4CE-1103DE8D1AC2}"/>
          </ac:spMkLst>
        </pc:spChg>
        <pc:grpChg chg="add mod">
          <ac:chgData name="변 구훈" userId="3ff7b78a3b81e618" providerId="LiveId" clId="{9F5E3C80-CC36-433C-8D91-E2F43673E4A4}" dt="2021-11-06T17:10:09.222" v="628" actId="1076"/>
          <ac:grpSpMkLst>
            <pc:docMk/>
            <pc:sldMk cId="1180298148" sldId="398"/>
            <ac:grpSpMk id="9" creationId="{CAAAAEAB-53BF-45A4-9C11-9AE990E8F25D}"/>
          </ac:grpSpMkLst>
        </pc:grpChg>
        <pc:picChg chg="add mod">
          <ac:chgData name="변 구훈" userId="3ff7b78a3b81e618" providerId="LiveId" clId="{9F5E3C80-CC36-433C-8D91-E2F43673E4A4}" dt="2021-11-06T17:10:07.359" v="627" actId="164"/>
          <ac:picMkLst>
            <pc:docMk/>
            <pc:sldMk cId="1180298148" sldId="398"/>
            <ac:picMk id="4" creationId="{93FB4AD6-3B2D-43C0-87A3-4DF4408F02AF}"/>
          </ac:picMkLst>
        </pc:picChg>
        <pc:picChg chg="del">
          <ac:chgData name="변 구훈" userId="3ff7b78a3b81e618" providerId="LiveId" clId="{9F5E3C80-CC36-433C-8D91-E2F43673E4A4}" dt="2021-11-06T17:09:35.938" v="615" actId="478"/>
          <ac:picMkLst>
            <pc:docMk/>
            <pc:sldMk cId="1180298148" sldId="398"/>
            <ac:picMk id="5" creationId="{87EC0411-6104-41B3-A72C-6FA1ECEFF115}"/>
          </ac:picMkLst>
        </pc:picChg>
        <pc:picChg chg="add mod">
          <ac:chgData name="변 구훈" userId="3ff7b78a3b81e618" providerId="LiveId" clId="{9F5E3C80-CC36-433C-8D91-E2F43673E4A4}" dt="2021-11-06T17:10:07.359" v="627" actId="164"/>
          <ac:picMkLst>
            <pc:docMk/>
            <pc:sldMk cId="1180298148" sldId="398"/>
            <ac:picMk id="8" creationId="{EB9DD186-7241-47AE-91CC-FB31209D30D4}"/>
          </ac:picMkLst>
        </pc:picChg>
      </pc:sldChg>
      <pc:sldChg chg="addSp delSp modSp add mod">
        <pc:chgData name="변 구훈" userId="3ff7b78a3b81e618" providerId="LiveId" clId="{9F5E3C80-CC36-433C-8D91-E2F43673E4A4}" dt="2021-11-06T17:10:37.086" v="633" actId="1076"/>
        <pc:sldMkLst>
          <pc:docMk/>
          <pc:sldMk cId="326525148" sldId="399"/>
        </pc:sldMkLst>
        <pc:grpChg chg="del">
          <ac:chgData name="변 구훈" userId="3ff7b78a3b81e618" providerId="LiveId" clId="{9F5E3C80-CC36-433C-8D91-E2F43673E4A4}" dt="2021-11-06T17:10:11.722" v="630" actId="478"/>
          <ac:grpSpMkLst>
            <pc:docMk/>
            <pc:sldMk cId="326525148" sldId="399"/>
            <ac:grpSpMk id="9" creationId="{CAAAAEAB-53BF-45A4-9C11-9AE990E8F25D}"/>
          </ac:grpSpMkLst>
        </pc:grpChg>
        <pc:picChg chg="add mod">
          <ac:chgData name="변 구훈" userId="3ff7b78a3b81e618" providerId="LiveId" clId="{9F5E3C80-CC36-433C-8D91-E2F43673E4A4}" dt="2021-11-06T17:10:37.086" v="633" actId="1076"/>
          <ac:picMkLst>
            <pc:docMk/>
            <pc:sldMk cId="326525148" sldId="399"/>
            <ac:picMk id="5" creationId="{6C87AF91-516E-48C5-9738-983B5765D76B}"/>
          </ac:picMkLst>
        </pc:picChg>
      </pc:sldChg>
      <pc:sldChg chg="addSp delSp modSp add mod">
        <pc:chgData name="변 구훈" userId="3ff7b78a3b81e618" providerId="LiveId" clId="{9F5E3C80-CC36-433C-8D91-E2F43673E4A4}" dt="2021-11-06T17:11:22.975" v="646" actId="1076"/>
        <pc:sldMkLst>
          <pc:docMk/>
          <pc:sldMk cId="3782068247" sldId="400"/>
        </pc:sldMkLst>
        <pc:grpChg chg="add mod">
          <ac:chgData name="변 구훈" userId="3ff7b78a3b81e618" providerId="LiveId" clId="{9F5E3C80-CC36-433C-8D91-E2F43673E4A4}" dt="2021-11-06T17:11:22.975" v="646" actId="1076"/>
          <ac:grpSpMkLst>
            <pc:docMk/>
            <pc:sldMk cId="3782068247" sldId="400"/>
            <ac:grpSpMk id="8" creationId="{791C2668-E35B-4623-B46E-F785E6D46328}"/>
          </ac:grpSpMkLst>
        </pc:grpChg>
        <pc:picChg chg="add mod">
          <ac:chgData name="변 구훈" userId="3ff7b78a3b81e618" providerId="LiveId" clId="{9F5E3C80-CC36-433C-8D91-E2F43673E4A4}" dt="2021-11-06T17:11:21.735" v="645" actId="164"/>
          <ac:picMkLst>
            <pc:docMk/>
            <pc:sldMk cId="3782068247" sldId="400"/>
            <ac:picMk id="4" creationId="{2F0DE82B-0062-48AA-A8AF-209DB670C44D}"/>
          </ac:picMkLst>
        </pc:picChg>
        <pc:picChg chg="del">
          <ac:chgData name="변 구훈" userId="3ff7b78a3b81e618" providerId="LiveId" clId="{9F5E3C80-CC36-433C-8D91-E2F43673E4A4}" dt="2021-11-06T17:10:49.290" v="635" actId="478"/>
          <ac:picMkLst>
            <pc:docMk/>
            <pc:sldMk cId="3782068247" sldId="400"/>
            <ac:picMk id="5" creationId="{6C87AF91-516E-48C5-9738-983B5765D76B}"/>
          </ac:picMkLst>
        </pc:picChg>
        <pc:picChg chg="add mod">
          <ac:chgData name="변 구훈" userId="3ff7b78a3b81e618" providerId="LiveId" clId="{9F5E3C80-CC36-433C-8D91-E2F43673E4A4}" dt="2021-11-06T17:11:21.735" v="645" actId="164"/>
          <ac:picMkLst>
            <pc:docMk/>
            <pc:sldMk cId="3782068247" sldId="400"/>
            <ac:picMk id="7" creationId="{EFE88AAF-04DF-4F98-835B-FAB168D0019A}"/>
          </ac:picMkLst>
        </pc:picChg>
      </pc:sldChg>
      <pc:sldChg chg="addSp delSp modSp add mod">
        <pc:chgData name="변 구훈" userId="3ff7b78a3b81e618" providerId="LiveId" clId="{9F5E3C80-CC36-433C-8D91-E2F43673E4A4}" dt="2021-11-06T17:12:23.679" v="663" actId="1076"/>
        <pc:sldMkLst>
          <pc:docMk/>
          <pc:sldMk cId="3821113179" sldId="401"/>
        </pc:sldMkLst>
        <pc:grpChg chg="del">
          <ac:chgData name="변 구훈" userId="3ff7b78a3b81e618" providerId="LiveId" clId="{9F5E3C80-CC36-433C-8D91-E2F43673E4A4}" dt="2021-11-06T17:11:27.207" v="648" actId="478"/>
          <ac:grpSpMkLst>
            <pc:docMk/>
            <pc:sldMk cId="3821113179" sldId="401"/>
            <ac:grpSpMk id="8" creationId="{791C2668-E35B-4623-B46E-F785E6D46328}"/>
          </ac:grpSpMkLst>
        </pc:grpChg>
        <pc:grpChg chg="add del mod">
          <ac:chgData name="변 구훈" userId="3ff7b78a3b81e618" providerId="LiveId" clId="{9F5E3C80-CC36-433C-8D91-E2F43673E4A4}" dt="2021-11-06T17:12:16.654" v="660" actId="165"/>
          <ac:grpSpMkLst>
            <pc:docMk/>
            <pc:sldMk cId="3821113179" sldId="401"/>
            <ac:grpSpMk id="10" creationId="{E8466CCD-264E-4B50-B931-43275691C751}"/>
          </ac:grpSpMkLst>
        </pc:grpChg>
        <pc:grpChg chg="add mod">
          <ac:chgData name="변 구훈" userId="3ff7b78a3b81e618" providerId="LiveId" clId="{9F5E3C80-CC36-433C-8D91-E2F43673E4A4}" dt="2021-11-06T17:12:23.679" v="663" actId="1076"/>
          <ac:grpSpMkLst>
            <pc:docMk/>
            <pc:sldMk cId="3821113179" sldId="401"/>
            <ac:grpSpMk id="11" creationId="{4C891966-FFAC-46B3-8E3D-D39118B6EC32}"/>
          </ac:grpSpMkLst>
        </pc:grpChg>
        <pc:picChg chg="add mod topLvl">
          <ac:chgData name="변 구훈" userId="3ff7b78a3b81e618" providerId="LiveId" clId="{9F5E3C80-CC36-433C-8D91-E2F43673E4A4}" dt="2021-11-06T17:12:20.370" v="662" actId="164"/>
          <ac:picMkLst>
            <pc:docMk/>
            <pc:sldMk cId="3821113179" sldId="401"/>
            <ac:picMk id="5" creationId="{1C5EBFBE-0E44-412A-B9B9-B7B8A8A0239C}"/>
          </ac:picMkLst>
        </pc:picChg>
        <pc:picChg chg="add mod topLvl">
          <ac:chgData name="변 구훈" userId="3ff7b78a3b81e618" providerId="LiveId" clId="{9F5E3C80-CC36-433C-8D91-E2F43673E4A4}" dt="2021-11-06T17:12:20.370" v="662" actId="164"/>
          <ac:picMkLst>
            <pc:docMk/>
            <pc:sldMk cId="3821113179" sldId="401"/>
            <ac:picMk id="9" creationId="{EE6AFBB5-8334-4288-86A1-31521B277C8F}"/>
          </ac:picMkLst>
        </pc:picChg>
      </pc:sldChg>
      <pc:sldChg chg="addSp delSp modSp add mod">
        <pc:chgData name="변 구훈" userId="3ff7b78a3b81e618" providerId="LiveId" clId="{9F5E3C80-CC36-433C-8D91-E2F43673E4A4}" dt="2021-11-06T17:13:15.336" v="675" actId="1076"/>
        <pc:sldMkLst>
          <pc:docMk/>
          <pc:sldMk cId="1989507903" sldId="402"/>
        </pc:sldMkLst>
        <pc:grpChg chg="add mod">
          <ac:chgData name="변 구훈" userId="3ff7b78a3b81e618" providerId="LiveId" clId="{9F5E3C80-CC36-433C-8D91-E2F43673E4A4}" dt="2021-11-06T17:13:15.336" v="675" actId="1076"/>
          <ac:grpSpMkLst>
            <pc:docMk/>
            <pc:sldMk cId="1989507903" sldId="402"/>
            <ac:grpSpMk id="8" creationId="{491FBC91-2A94-4FBD-8CC5-BF96D517A882}"/>
          </ac:grpSpMkLst>
        </pc:grpChg>
        <pc:grpChg chg="del">
          <ac:chgData name="변 구훈" userId="3ff7b78a3b81e618" providerId="LiveId" clId="{9F5E3C80-CC36-433C-8D91-E2F43673E4A4}" dt="2021-11-06T17:12:38.419" v="665" actId="478"/>
          <ac:grpSpMkLst>
            <pc:docMk/>
            <pc:sldMk cId="1989507903" sldId="402"/>
            <ac:grpSpMk id="11" creationId="{4C891966-FFAC-46B3-8E3D-D39118B6EC32}"/>
          </ac:grpSpMkLst>
        </pc:grpChg>
        <pc:picChg chg="add mod">
          <ac:chgData name="변 구훈" userId="3ff7b78a3b81e618" providerId="LiveId" clId="{9F5E3C80-CC36-433C-8D91-E2F43673E4A4}" dt="2021-11-06T17:13:13.907" v="674" actId="164"/>
          <ac:picMkLst>
            <pc:docMk/>
            <pc:sldMk cId="1989507903" sldId="402"/>
            <ac:picMk id="4" creationId="{4BE160AF-4473-41F6-A256-EC898C42C333}"/>
          </ac:picMkLst>
        </pc:picChg>
        <pc:picChg chg="add mod">
          <ac:chgData name="변 구훈" userId="3ff7b78a3b81e618" providerId="LiveId" clId="{9F5E3C80-CC36-433C-8D91-E2F43673E4A4}" dt="2021-11-06T17:13:13.907" v="674" actId="164"/>
          <ac:picMkLst>
            <pc:docMk/>
            <pc:sldMk cId="1989507903" sldId="402"/>
            <ac:picMk id="7" creationId="{93ADED94-5E82-44A0-A019-73BBC7F46D91}"/>
          </ac:picMkLst>
        </pc:picChg>
      </pc:sldChg>
      <pc:sldChg chg="addSp delSp modSp add mod">
        <pc:chgData name="변 구훈" userId="3ff7b78a3b81e618" providerId="LiveId" clId="{9F5E3C80-CC36-433C-8D91-E2F43673E4A4}" dt="2021-11-06T17:14:11.062" v="688" actId="1076"/>
        <pc:sldMkLst>
          <pc:docMk/>
          <pc:sldMk cId="3511504098" sldId="403"/>
        </pc:sldMkLst>
        <pc:grpChg chg="del">
          <ac:chgData name="변 구훈" userId="3ff7b78a3b81e618" providerId="LiveId" clId="{9F5E3C80-CC36-433C-8D91-E2F43673E4A4}" dt="2021-11-06T17:13:30.184" v="677" actId="478"/>
          <ac:grpSpMkLst>
            <pc:docMk/>
            <pc:sldMk cId="3511504098" sldId="403"/>
            <ac:grpSpMk id="8" creationId="{491FBC91-2A94-4FBD-8CC5-BF96D517A882}"/>
          </ac:grpSpMkLst>
        </pc:grpChg>
        <pc:grpChg chg="add mod">
          <ac:chgData name="변 구훈" userId="3ff7b78a3b81e618" providerId="LiveId" clId="{9F5E3C80-CC36-433C-8D91-E2F43673E4A4}" dt="2021-11-06T17:14:11.062" v="688" actId="1076"/>
          <ac:grpSpMkLst>
            <pc:docMk/>
            <pc:sldMk cId="3511504098" sldId="403"/>
            <ac:grpSpMk id="10" creationId="{E40A7CE4-C3C4-43E4-A829-EDC714C62666}"/>
          </ac:grpSpMkLst>
        </pc:grpChg>
        <pc:picChg chg="add mod">
          <ac:chgData name="변 구훈" userId="3ff7b78a3b81e618" providerId="LiveId" clId="{9F5E3C80-CC36-433C-8D91-E2F43673E4A4}" dt="2021-11-06T17:14:09.063" v="686" actId="164"/>
          <ac:picMkLst>
            <pc:docMk/>
            <pc:sldMk cId="3511504098" sldId="403"/>
            <ac:picMk id="5" creationId="{B9C394DC-9F96-4ED4-839A-5283CA7909D2}"/>
          </ac:picMkLst>
        </pc:picChg>
        <pc:picChg chg="add mod">
          <ac:chgData name="변 구훈" userId="3ff7b78a3b81e618" providerId="LiveId" clId="{9F5E3C80-CC36-433C-8D91-E2F43673E4A4}" dt="2021-11-06T17:14:09.063" v="686" actId="164"/>
          <ac:picMkLst>
            <pc:docMk/>
            <pc:sldMk cId="3511504098" sldId="403"/>
            <ac:picMk id="9" creationId="{C4DC8A12-2DC1-4744-9C30-8724D1F6E0A4}"/>
          </ac:picMkLst>
        </pc:picChg>
      </pc:sldChg>
      <pc:sldChg chg="addSp delSp modSp add mod">
        <pc:chgData name="변 구훈" userId="3ff7b78a3b81e618" providerId="LiveId" clId="{9F5E3C80-CC36-433C-8D91-E2F43673E4A4}" dt="2021-11-06T17:14:29.214" v="693" actId="1076"/>
        <pc:sldMkLst>
          <pc:docMk/>
          <pc:sldMk cId="1344905611" sldId="404"/>
        </pc:sldMkLst>
        <pc:grpChg chg="del">
          <ac:chgData name="변 구훈" userId="3ff7b78a3b81e618" providerId="LiveId" clId="{9F5E3C80-CC36-433C-8D91-E2F43673E4A4}" dt="2021-11-06T17:14:24.376" v="690" actId="478"/>
          <ac:grpSpMkLst>
            <pc:docMk/>
            <pc:sldMk cId="1344905611" sldId="404"/>
            <ac:grpSpMk id="10" creationId="{E40A7CE4-C3C4-43E4-A829-EDC714C62666}"/>
          </ac:grpSpMkLst>
        </pc:grpChg>
        <pc:picChg chg="add mod">
          <ac:chgData name="변 구훈" userId="3ff7b78a3b81e618" providerId="LiveId" clId="{9F5E3C80-CC36-433C-8D91-E2F43673E4A4}" dt="2021-11-06T17:14:29.214" v="693" actId="1076"/>
          <ac:picMkLst>
            <pc:docMk/>
            <pc:sldMk cId="1344905611" sldId="404"/>
            <ac:picMk id="4" creationId="{FA5F6F4F-F2DF-48AC-BDBA-BEB1AE3D69EB}"/>
          </ac:picMkLst>
        </pc:picChg>
      </pc:sldChg>
      <pc:sldChg chg="addSp delSp modSp add mod">
        <pc:chgData name="변 구훈" userId="3ff7b78a3b81e618" providerId="LiveId" clId="{9F5E3C80-CC36-433C-8D91-E2F43673E4A4}" dt="2021-11-06T17:14:52.943" v="698" actId="1076"/>
        <pc:sldMkLst>
          <pc:docMk/>
          <pc:sldMk cId="3368905418" sldId="405"/>
        </pc:sldMkLst>
        <pc:picChg chg="del">
          <ac:chgData name="변 구훈" userId="3ff7b78a3b81e618" providerId="LiveId" clId="{9F5E3C80-CC36-433C-8D91-E2F43673E4A4}" dt="2021-11-06T17:14:47.517" v="695" actId="478"/>
          <ac:picMkLst>
            <pc:docMk/>
            <pc:sldMk cId="3368905418" sldId="405"/>
            <ac:picMk id="4" creationId="{FA5F6F4F-F2DF-48AC-BDBA-BEB1AE3D69EB}"/>
          </ac:picMkLst>
        </pc:picChg>
        <pc:picChg chg="add mod">
          <ac:chgData name="변 구훈" userId="3ff7b78a3b81e618" providerId="LiveId" clId="{9F5E3C80-CC36-433C-8D91-E2F43673E4A4}" dt="2021-11-06T17:14:52.943" v="698" actId="1076"/>
          <ac:picMkLst>
            <pc:docMk/>
            <pc:sldMk cId="3368905418" sldId="405"/>
            <ac:picMk id="5" creationId="{879F9D69-8B8B-4A0F-B673-0EF0B5252803}"/>
          </ac:picMkLst>
        </pc:picChg>
      </pc:sldChg>
      <pc:sldChg chg="addSp delSp modSp add mod">
        <pc:chgData name="변 구훈" userId="3ff7b78a3b81e618" providerId="LiveId" clId="{9F5E3C80-CC36-433C-8D91-E2F43673E4A4}" dt="2021-11-06T17:15:40.686" v="712" actId="14100"/>
        <pc:sldMkLst>
          <pc:docMk/>
          <pc:sldMk cId="2105353011" sldId="406"/>
        </pc:sldMkLst>
        <pc:grpChg chg="add mod">
          <ac:chgData name="변 구훈" userId="3ff7b78a3b81e618" providerId="LiveId" clId="{9F5E3C80-CC36-433C-8D91-E2F43673E4A4}" dt="2021-11-06T17:15:40.686" v="712" actId="14100"/>
          <ac:grpSpMkLst>
            <pc:docMk/>
            <pc:sldMk cId="2105353011" sldId="406"/>
            <ac:grpSpMk id="8" creationId="{7B208829-BA99-4C4D-8B26-D4475531C8FB}"/>
          </ac:grpSpMkLst>
        </pc:grpChg>
        <pc:picChg chg="add mod">
          <ac:chgData name="변 구훈" userId="3ff7b78a3b81e618" providerId="LiveId" clId="{9F5E3C80-CC36-433C-8D91-E2F43673E4A4}" dt="2021-11-06T17:15:35.384" v="709" actId="164"/>
          <ac:picMkLst>
            <pc:docMk/>
            <pc:sldMk cId="2105353011" sldId="406"/>
            <ac:picMk id="4" creationId="{CFF5C716-C609-4209-BA9C-063B28E2A7CA}"/>
          </ac:picMkLst>
        </pc:picChg>
        <pc:picChg chg="del">
          <ac:chgData name="변 구훈" userId="3ff7b78a3b81e618" providerId="LiveId" clId="{9F5E3C80-CC36-433C-8D91-E2F43673E4A4}" dt="2021-11-06T17:15:07.903" v="700" actId="478"/>
          <ac:picMkLst>
            <pc:docMk/>
            <pc:sldMk cId="2105353011" sldId="406"/>
            <ac:picMk id="5" creationId="{879F9D69-8B8B-4A0F-B673-0EF0B5252803}"/>
          </ac:picMkLst>
        </pc:picChg>
        <pc:picChg chg="add mod">
          <ac:chgData name="변 구훈" userId="3ff7b78a3b81e618" providerId="LiveId" clId="{9F5E3C80-CC36-433C-8D91-E2F43673E4A4}" dt="2021-11-06T17:15:35.384" v="709" actId="164"/>
          <ac:picMkLst>
            <pc:docMk/>
            <pc:sldMk cId="2105353011" sldId="406"/>
            <ac:picMk id="7" creationId="{C7E67115-E81D-41A2-A5B8-DABC1ED13860}"/>
          </ac:picMkLst>
        </pc:picChg>
      </pc:sldChg>
      <pc:sldChg chg="addSp delSp modSp add mod">
        <pc:chgData name="변 구훈" userId="3ff7b78a3b81e618" providerId="LiveId" clId="{9F5E3C80-CC36-433C-8D91-E2F43673E4A4}" dt="2021-11-06T17:16:16.617" v="717" actId="1076"/>
        <pc:sldMkLst>
          <pc:docMk/>
          <pc:sldMk cId="171419094" sldId="407"/>
        </pc:sldMkLst>
        <pc:grpChg chg="del">
          <ac:chgData name="변 구훈" userId="3ff7b78a3b81e618" providerId="LiveId" clId="{9F5E3C80-CC36-433C-8D91-E2F43673E4A4}" dt="2021-11-06T17:15:45.188" v="714" actId="478"/>
          <ac:grpSpMkLst>
            <pc:docMk/>
            <pc:sldMk cId="171419094" sldId="407"/>
            <ac:grpSpMk id="8" creationId="{7B208829-BA99-4C4D-8B26-D4475531C8FB}"/>
          </ac:grpSpMkLst>
        </pc:grpChg>
        <pc:picChg chg="add mod">
          <ac:chgData name="변 구훈" userId="3ff7b78a3b81e618" providerId="LiveId" clId="{9F5E3C80-CC36-433C-8D91-E2F43673E4A4}" dt="2021-11-06T17:16:16.617" v="717" actId="1076"/>
          <ac:picMkLst>
            <pc:docMk/>
            <pc:sldMk cId="171419094" sldId="407"/>
            <ac:picMk id="5" creationId="{EA7646AB-7DE4-441A-95B8-694FC76F61C1}"/>
          </ac:picMkLst>
        </pc:picChg>
      </pc:sldChg>
      <pc:sldChg chg="addSp delSp modSp add mod">
        <pc:chgData name="변 구훈" userId="3ff7b78a3b81e618" providerId="LiveId" clId="{9F5E3C80-CC36-433C-8D91-E2F43673E4A4}" dt="2021-11-06T17:16:50.976" v="722" actId="1076"/>
        <pc:sldMkLst>
          <pc:docMk/>
          <pc:sldMk cId="2153184197" sldId="408"/>
        </pc:sldMkLst>
        <pc:picChg chg="add mod">
          <ac:chgData name="변 구훈" userId="3ff7b78a3b81e618" providerId="LiveId" clId="{9F5E3C80-CC36-433C-8D91-E2F43673E4A4}" dt="2021-11-06T17:16:50.976" v="722" actId="1076"/>
          <ac:picMkLst>
            <pc:docMk/>
            <pc:sldMk cId="2153184197" sldId="408"/>
            <ac:picMk id="4" creationId="{303A80CB-2534-410A-BF53-BEE1BCE1F547}"/>
          </ac:picMkLst>
        </pc:picChg>
        <pc:picChg chg="del">
          <ac:chgData name="변 구훈" userId="3ff7b78a3b81e618" providerId="LiveId" clId="{9F5E3C80-CC36-433C-8D91-E2F43673E4A4}" dt="2021-11-06T17:16:20.252" v="719" actId="478"/>
          <ac:picMkLst>
            <pc:docMk/>
            <pc:sldMk cId="2153184197" sldId="408"/>
            <ac:picMk id="5" creationId="{EA7646AB-7DE4-441A-95B8-694FC76F61C1}"/>
          </ac:picMkLst>
        </pc:picChg>
      </pc:sldChg>
      <pc:sldChg chg="addSp delSp modSp add mod">
        <pc:chgData name="변 구훈" userId="3ff7b78a3b81e618" providerId="LiveId" clId="{9F5E3C80-CC36-433C-8D91-E2F43673E4A4}" dt="2021-11-06T17:18:25.527" v="753" actId="1076"/>
        <pc:sldMkLst>
          <pc:docMk/>
          <pc:sldMk cId="2514093663" sldId="409"/>
        </pc:sldMkLst>
        <pc:spChg chg="del">
          <ac:chgData name="변 구훈" userId="3ff7b78a3b81e618" providerId="LiveId" clId="{9F5E3C80-CC36-433C-8D91-E2F43673E4A4}" dt="2021-11-06T17:17:48.371" v="735" actId="478"/>
          <ac:spMkLst>
            <pc:docMk/>
            <pc:sldMk cId="2514093663" sldId="409"/>
            <ac:spMk id="8" creationId="{693529F4-295E-4616-A489-28C258247E60}"/>
          </ac:spMkLst>
        </pc:spChg>
        <pc:spChg chg="add mod">
          <ac:chgData name="변 구훈" userId="3ff7b78a3b81e618" providerId="LiveId" clId="{9F5E3C80-CC36-433C-8D91-E2F43673E4A4}" dt="2021-11-06T17:18:25.527" v="753" actId="1076"/>
          <ac:spMkLst>
            <pc:docMk/>
            <pc:sldMk cId="2514093663" sldId="409"/>
            <ac:spMk id="9" creationId="{F3BC2177-A8A8-41AC-B6F4-F552A1EB36F4}"/>
          </ac:spMkLst>
        </pc:spChg>
        <pc:picChg chg="add mod">
          <ac:chgData name="변 구훈" userId="3ff7b78a3b81e618" providerId="LiveId" clId="{9F5E3C80-CC36-433C-8D91-E2F43673E4A4}" dt="2021-11-06T17:18:02.632" v="738" actId="1076"/>
          <ac:picMkLst>
            <pc:docMk/>
            <pc:sldMk cId="2514093663" sldId="409"/>
            <ac:picMk id="4" creationId="{E68B8B7B-4875-4105-8019-9CA2D1FD8AAF}"/>
          </ac:picMkLst>
        </pc:picChg>
        <pc:picChg chg="del">
          <ac:chgData name="변 구훈" userId="3ff7b78a3b81e618" providerId="LiveId" clId="{9F5E3C80-CC36-433C-8D91-E2F43673E4A4}" dt="2021-11-06T17:17:48.371" v="735" actId="478"/>
          <ac:picMkLst>
            <pc:docMk/>
            <pc:sldMk cId="2514093663" sldId="409"/>
            <ac:picMk id="7" creationId="{A2112E10-0938-44AC-8ADD-DF36BE12AB00}"/>
          </ac:picMkLst>
        </pc:picChg>
      </pc:sldChg>
      <pc:sldChg chg="addSp delSp modSp add mod">
        <pc:chgData name="변 구훈" userId="3ff7b78a3b81e618" providerId="LiveId" clId="{9F5E3C80-CC36-433C-8D91-E2F43673E4A4}" dt="2021-11-06T17:19:00.311" v="765" actId="1076"/>
        <pc:sldMkLst>
          <pc:docMk/>
          <pc:sldMk cId="1198233135" sldId="410"/>
        </pc:sldMkLst>
        <pc:spChg chg="mod">
          <ac:chgData name="변 구훈" userId="3ff7b78a3b81e618" providerId="LiveId" clId="{9F5E3C80-CC36-433C-8D91-E2F43673E4A4}" dt="2021-11-06T17:18:56.784" v="762"/>
          <ac:spMkLst>
            <pc:docMk/>
            <pc:sldMk cId="1198233135" sldId="410"/>
            <ac:spMk id="9" creationId="{F3BC2177-A8A8-41AC-B6F4-F552A1EB36F4}"/>
          </ac:spMkLst>
        </pc:spChg>
        <pc:picChg chg="del">
          <ac:chgData name="변 구훈" userId="3ff7b78a3b81e618" providerId="LiveId" clId="{9F5E3C80-CC36-433C-8D91-E2F43673E4A4}" dt="2021-11-06T17:18:40.629" v="755" actId="478"/>
          <ac:picMkLst>
            <pc:docMk/>
            <pc:sldMk cId="1198233135" sldId="410"/>
            <ac:picMk id="4" creationId="{E68B8B7B-4875-4105-8019-9CA2D1FD8AAF}"/>
          </ac:picMkLst>
        </pc:picChg>
        <pc:picChg chg="add mod">
          <ac:chgData name="변 구훈" userId="3ff7b78a3b81e618" providerId="LiveId" clId="{9F5E3C80-CC36-433C-8D91-E2F43673E4A4}" dt="2021-11-06T17:19:00.311" v="765" actId="1076"/>
          <ac:picMkLst>
            <pc:docMk/>
            <pc:sldMk cId="1198233135" sldId="410"/>
            <ac:picMk id="5" creationId="{DBCB6D11-4CB1-4811-9001-C57208FDD215}"/>
          </ac:picMkLst>
        </pc:picChg>
      </pc:sldChg>
      <pc:sldChg chg="addSp delSp modSp add mod">
        <pc:chgData name="변 구훈" userId="3ff7b78a3b81e618" providerId="LiveId" clId="{9F5E3C80-CC36-433C-8D91-E2F43673E4A4}" dt="2021-11-06T17:20:46.110" v="798" actId="1076"/>
        <pc:sldMkLst>
          <pc:docMk/>
          <pc:sldMk cId="978943383" sldId="411"/>
        </pc:sldMkLst>
        <pc:spChg chg="del">
          <ac:chgData name="변 구훈" userId="3ff7b78a3b81e618" providerId="LiveId" clId="{9F5E3C80-CC36-433C-8D91-E2F43673E4A4}" dt="2021-11-06T17:19:11.487" v="767" actId="478"/>
          <ac:spMkLst>
            <pc:docMk/>
            <pc:sldMk cId="978943383" sldId="411"/>
            <ac:spMk id="9" creationId="{F3BC2177-A8A8-41AC-B6F4-F552A1EB36F4}"/>
          </ac:spMkLst>
        </pc:spChg>
        <pc:spChg chg="add del mod">
          <ac:chgData name="변 구훈" userId="3ff7b78a3b81e618" providerId="LiveId" clId="{9F5E3C80-CC36-433C-8D91-E2F43673E4A4}" dt="2021-11-06T17:20:18.440" v="792" actId="478"/>
          <ac:spMkLst>
            <pc:docMk/>
            <pc:sldMk cId="978943383" sldId="411"/>
            <ac:spMk id="10" creationId="{A2B2E3CF-C6A1-4E94-B4DB-14ADE865D0B7}"/>
          </ac:spMkLst>
        </pc:spChg>
        <pc:grpChg chg="add del mod">
          <ac:chgData name="변 구훈" userId="3ff7b78a3b81e618" providerId="LiveId" clId="{9F5E3C80-CC36-433C-8D91-E2F43673E4A4}" dt="2021-11-06T17:19:56.371" v="788" actId="478"/>
          <ac:grpSpMkLst>
            <pc:docMk/>
            <pc:sldMk cId="978943383" sldId="411"/>
            <ac:grpSpMk id="8" creationId="{89BFA199-B773-4CFB-82FE-93B8C5C09B56}"/>
          </ac:grpSpMkLst>
        </pc:grpChg>
        <pc:picChg chg="add mod">
          <ac:chgData name="변 구훈" userId="3ff7b78a3b81e618" providerId="LiveId" clId="{9F5E3C80-CC36-433C-8D91-E2F43673E4A4}" dt="2021-11-06T17:19:46.279" v="784" actId="164"/>
          <ac:picMkLst>
            <pc:docMk/>
            <pc:sldMk cId="978943383" sldId="411"/>
            <ac:picMk id="4" creationId="{3377880C-96C2-432E-8081-5C183D1F80F6}"/>
          </ac:picMkLst>
        </pc:picChg>
        <pc:picChg chg="del">
          <ac:chgData name="변 구훈" userId="3ff7b78a3b81e618" providerId="LiveId" clId="{9F5E3C80-CC36-433C-8D91-E2F43673E4A4}" dt="2021-11-06T17:19:11.487" v="767" actId="478"/>
          <ac:picMkLst>
            <pc:docMk/>
            <pc:sldMk cId="978943383" sldId="411"/>
            <ac:picMk id="5" creationId="{DBCB6D11-4CB1-4811-9001-C57208FDD215}"/>
          </ac:picMkLst>
        </pc:picChg>
        <pc:picChg chg="add mod">
          <ac:chgData name="변 구훈" userId="3ff7b78a3b81e618" providerId="LiveId" clId="{9F5E3C80-CC36-433C-8D91-E2F43673E4A4}" dt="2021-11-06T17:19:46.279" v="784" actId="164"/>
          <ac:picMkLst>
            <pc:docMk/>
            <pc:sldMk cId="978943383" sldId="411"/>
            <ac:picMk id="7" creationId="{88AD2C77-14F9-4083-9459-63526CBBF139}"/>
          </ac:picMkLst>
        </pc:picChg>
        <pc:picChg chg="add mod">
          <ac:chgData name="변 구훈" userId="3ff7b78a3b81e618" providerId="LiveId" clId="{9F5E3C80-CC36-433C-8D91-E2F43673E4A4}" dt="2021-11-06T17:20:46.110" v="798" actId="1076"/>
          <ac:picMkLst>
            <pc:docMk/>
            <pc:sldMk cId="978943383" sldId="411"/>
            <ac:picMk id="12" creationId="{BE1566D6-C962-4778-926E-EFBAF3C1E01A}"/>
          </ac:picMkLst>
        </pc:picChg>
      </pc:sldChg>
      <pc:sldChg chg="add ord">
        <pc:chgData name="변 구훈" userId="3ff7b78a3b81e618" providerId="LiveId" clId="{9F5E3C80-CC36-433C-8D91-E2F43673E4A4}" dt="2021-11-06T17:19:59.264" v="790"/>
        <pc:sldMkLst>
          <pc:docMk/>
          <pc:sldMk cId="4265685567" sldId="412"/>
        </pc:sldMkLst>
      </pc:sldChg>
      <pc:sldChg chg="addSp delSp modSp add mod">
        <pc:chgData name="변 구훈" userId="3ff7b78a3b81e618" providerId="LiveId" clId="{9F5E3C80-CC36-433C-8D91-E2F43673E4A4}" dt="2021-11-06T17:20:54.775" v="803" actId="1076"/>
        <pc:sldMkLst>
          <pc:docMk/>
          <pc:sldMk cId="2271912061" sldId="413"/>
        </pc:sldMkLst>
        <pc:picChg chg="add mod">
          <ac:chgData name="변 구훈" userId="3ff7b78a3b81e618" providerId="LiveId" clId="{9F5E3C80-CC36-433C-8D91-E2F43673E4A4}" dt="2021-11-06T17:20:54.775" v="803" actId="1076"/>
          <ac:picMkLst>
            <pc:docMk/>
            <pc:sldMk cId="2271912061" sldId="413"/>
            <ac:picMk id="4" creationId="{8586AF0F-A5E8-4121-9CA0-382154A148C9}"/>
          </ac:picMkLst>
        </pc:picChg>
        <pc:picChg chg="del">
          <ac:chgData name="변 구훈" userId="3ff7b78a3b81e618" providerId="LiveId" clId="{9F5E3C80-CC36-433C-8D91-E2F43673E4A4}" dt="2021-11-06T17:20:49.541" v="800" actId="478"/>
          <ac:picMkLst>
            <pc:docMk/>
            <pc:sldMk cId="2271912061" sldId="413"/>
            <ac:picMk id="12" creationId="{BE1566D6-C962-4778-926E-EFBAF3C1E01A}"/>
          </ac:picMkLst>
        </pc:picChg>
      </pc:sldChg>
      <pc:sldChg chg="addSp delSp modSp add mod">
        <pc:chgData name="변 구훈" userId="3ff7b78a3b81e618" providerId="LiveId" clId="{9F5E3C80-CC36-433C-8D91-E2F43673E4A4}" dt="2021-11-06T17:21:29.203" v="833" actId="1036"/>
        <pc:sldMkLst>
          <pc:docMk/>
          <pc:sldMk cId="4079331053" sldId="414"/>
        </pc:sldMkLst>
        <pc:spChg chg="add mod">
          <ac:chgData name="변 구훈" userId="3ff7b78a3b81e618" providerId="LiveId" clId="{9F5E3C80-CC36-433C-8D91-E2F43673E4A4}" dt="2021-11-06T17:21:29.203" v="833" actId="1036"/>
          <ac:spMkLst>
            <pc:docMk/>
            <pc:sldMk cId="4079331053" sldId="414"/>
            <ac:spMk id="6" creationId="{1898E60A-8939-4567-9CB2-478C24831E32}"/>
          </ac:spMkLst>
        </pc:spChg>
        <pc:picChg chg="del">
          <ac:chgData name="변 구훈" userId="3ff7b78a3b81e618" providerId="LiveId" clId="{9F5E3C80-CC36-433C-8D91-E2F43673E4A4}" dt="2021-11-06T17:21:04.317" v="805" actId="478"/>
          <ac:picMkLst>
            <pc:docMk/>
            <pc:sldMk cId="4079331053" sldId="414"/>
            <ac:picMk id="4" creationId="{8586AF0F-A5E8-4121-9CA0-382154A148C9}"/>
          </ac:picMkLst>
        </pc:picChg>
        <pc:picChg chg="add mod">
          <ac:chgData name="변 구훈" userId="3ff7b78a3b81e618" providerId="LiveId" clId="{9F5E3C80-CC36-433C-8D91-E2F43673E4A4}" dt="2021-11-06T17:21:07.862" v="808" actId="1076"/>
          <ac:picMkLst>
            <pc:docMk/>
            <pc:sldMk cId="4079331053" sldId="414"/>
            <ac:picMk id="5" creationId="{36DED3F4-0B26-4A8E-B375-79C52E993F98}"/>
          </ac:picMkLst>
        </pc:picChg>
      </pc:sldChg>
      <pc:sldChg chg="addSp delSp modSp add mod">
        <pc:chgData name="변 구훈" userId="3ff7b78a3b81e618" providerId="LiveId" clId="{9F5E3C80-CC36-433C-8D91-E2F43673E4A4}" dt="2021-11-06T17:21:54.575" v="840" actId="1076"/>
        <pc:sldMkLst>
          <pc:docMk/>
          <pc:sldMk cId="4127359428" sldId="415"/>
        </pc:sldMkLst>
        <pc:spChg chg="del">
          <ac:chgData name="변 구훈" userId="3ff7b78a3b81e618" providerId="LiveId" clId="{9F5E3C80-CC36-433C-8D91-E2F43673E4A4}" dt="2021-11-06T17:21:51.458" v="837" actId="478"/>
          <ac:spMkLst>
            <pc:docMk/>
            <pc:sldMk cId="4127359428" sldId="415"/>
            <ac:spMk id="6" creationId="{1898E60A-8939-4567-9CB2-478C24831E32}"/>
          </ac:spMkLst>
        </pc:spChg>
        <pc:picChg chg="add mod">
          <ac:chgData name="변 구훈" userId="3ff7b78a3b81e618" providerId="LiveId" clId="{9F5E3C80-CC36-433C-8D91-E2F43673E4A4}" dt="2021-11-06T17:21:54.575" v="840" actId="1076"/>
          <ac:picMkLst>
            <pc:docMk/>
            <pc:sldMk cId="4127359428" sldId="415"/>
            <ac:picMk id="4" creationId="{510A796E-19FE-4198-B82F-7BCDE20D6BAD}"/>
          </ac:picMkLst>
        </pc:picChg>
        <pc:picChg chg="del mod">
          <ac:chgData name="변 구훈" userId="3ff7b78a3b81e618" providerId="LiveId" clId="{9F5E3C80-CC36-433C-8D91-E2F43673E4A4}" dt="2021-11-06T17:21:50.265" v="836" actId="478"/>
          <ac:picMkLst>
            <pc:docMk/>
            <pc:sldMk cId="4127359428" sldId="415"/>
            <ac:picMk id="5" creationId="{36DED3F4-0B26-4A8E-B375-79C52E993F98}"/>
          </ac:picMkLst>
        </pc:picChg>
      </pc:sldChg>
      <pc:sldChg chg="addSp delSp modSp add mod">
        <pc:chgData name="변 구훈" userId="3ff7b78a3b81e618" providerId="LiveId" clId="{9F5E3C80-CC36-433C-8D91-E2F43673E4A4}" dt="2021-11-06T17:23:04.159" v="895" actId="1076"/>
        <pc:sldMkLst>
          <pc:docMk/>
          <pc:sldMk cId="3233902967" sldId="416"/>
        </pc:sldMkLst>
        <pc:spChg chg="mod">
          <ac:chgData name="변 구훈" userId="3ff7b78a3b81e618" providerId="LiveId" clId="{9F5E3C80-CC36-433C-8D91-E2F43673E4A4}" dt="2021-11-06T17:22:06.083" v="862"/>
          <ac:spMkLst>
            <pc:docMk/>
            <pc:sldMk cId="3233902967" sldId="416"/>
            <ac:spMk id="2" creationId="{00000000-0000-0000-0000-000000000000}"/>
          </ac:spMkLst>
        </pc:spChg>
        <pc:spChg chg="add mod">
          <ac:chgData name="변 구훈" userId="3ff7b78a3b81e618" providerId="LiveId" clId="{9F5E3C80-CC36-433C-8D91-E2F43673E4A4}" dt="2021-11-06T17:22:51.075" v="892"/>
          <ac:spMkLst>
            <pc:docMk/>
            <pc:sldMk cId="3233902967" sldId="416"/>
            <ac:spMk id="5" creationId="{3CF8E9CE-0661-4202-94D7-BE3DE294AE86}"/>
          </ac:spMkLst>
        </pc:spChg>
        <pc:picChg chg="del">
          <ac:chgData name="변 구훈" userId="3ff7b78a3b81e618" providerId="LiveId" clId="{9F5E3C80-CC36-433C-8D91-E2F43673E4A4}" dt="2021-11-06T17:22:14.528" v="863" actId="478"/>
          <ac:picMkLst>
            <pc:docMk/>
            <pc:sldMk cId="3233902967" sldId="416"/>
            <ac:picMk id="4" creationId="{510A796E-19FE-4198-B82F-7BCDE20D6BAD}"/>
          </ac:picMkLst>
        </pc:picChg>
        <pc:picChg chg="add mod">
          <ac:chgData name="변 구훈" userId="3ff7b78a3b81e618" providerId="LiveId" clId="{9F5E3C80-CC36-433C-8D91-E2F43673E4A4}" dt="2021-11-06T17:23:04.159" v="895" actId="1076"/>
          <ac:picMkLst>
            <pc:docMk/>
            <pc:sldMk cId="3233902967" sldId="416"/>
            <ac:picMk id="6" creationId="{423F96D9-8E8D-4A86-A548-F0E4C7D1B87D}"/>
          </ac:picMkLst>
        </pc:picChg>
      </pc:sldChg>
      <pc:sldChg chg="addSp delSp modSp add mod">
        <pc:chgData name="변 구훈" userId="3ff7b78a3b81e618" providerId="LiveId" clId="{9F5E3C80-CC36-433C-8D91-E2F43673E4A4}" dt="2021-11-06T17:26:04.199" v="905" actId="1076"/>
        <pc:sldMkLst>
          <pc:docMk/>
          <pc:sldMk cId="1909339648" sldId="417"/>
        </pc:sldMkLst>
        <pc:spChg chg="del">
          <ac:chgData name="변 구훈" userId="3ff7b78a3b81e618" providerId="LiveId" clId="{9F5E3C80-CC36-433C-8D91-E2F43673E4A4}" dt="2021-11-06T17:25:54.605" v="898" actId="478"/>
          <ac:spMkLst>
            <pc:docMk/>
            <pc:sldMk cId="1909339648" sldId="417"/>
            <ac:spMk id="5" creationId="{3CF8E9CE-0661-4202-94D7-BE3DE294AE86}"/>
          </ac:spMkLst>
        </pc:spChg>
        <pc:picChg chg="add mod">
          <ac:chgData name="변 구훈" userId="3ff7b78a3b81e618" providerId="LiveId" clId="{9F5E3C80-CC36-433C-8D91-E2F43673E4A4}" dt="2021-11-06T17:26:04.199" v="905" actId="1076"/>
          <ac:picMkLst>
            <pc:docMk/>
            <pc:sldMk cId="1909339648" sldId="417"/>
            <ac:picMk id="4" creationId="{CA37882F-CB3A-4755-BB73-963F65C15B19}"/>
          </ac:picMkLst>
        </pc:picChg>
        <pc:picChg chg="del">
          <ac:chgData name="변 구훈" userId="3ff7b78a3b81e618" providerId="LiveId" clId="{9F5E3C80-CC36-433C-8D91-E2F43673E4A4}" dt="2021-11-06T17:24:20.962" v="897" actId="478"/>
          <ac:picMkLst>
            <pc:docMk/>
            <pc:sldMk cId="1909339648" sldId="417"/>
            <ac:picMk id="6" creationId="{423F96D9-8E8D-4A86-A548-F0E4C7D1B87D}"/>
          </ac:picMkLst>
        </pc:picChg>
      </pc:sldChg>
      <pc:sldChg chg="addSp delSp modSp add mod">
        <pc:chgData name="변 구훈" userId="3ff7b78a3b81e618" providerId="LiveId" clId="{9F5E3C80-CC36-433C-8D91-E2F43673E4A4}" dt="2021-11-06T17:27:40.983" v="939" actId="1076"/>
        <pc:sldMkLst>
          <pc:docMk/>
          <pc:sldMk cId="2427269061" sldId="418"/>
        </pc:sldMkLst>
        <pc:grpChg chg="add mod">
          <ac:chgData name="변 구훈" userId="3ff7b78a3b81e618" providerId="LiveId" clId="{9F5E3C80-CC36-433C-8D91-E2F43673E4A4}" dt="2021-11-06T17:27:40.983" v="939" actId="1076"/>
          <ac:grpSpMkLst>
            <pc:docMk/>
            <pc:sldMk cId="2427269061" sldId="418"/>
            <ac:grpSpMk id="10" creationId="{C1C0F455-75D5-46C2-8233-0CB376522119}"/>
          </ac:grpSpMkLst>
        </pc:grpChg>
        <pc:picChg chg="del">
          <ac:chgData name="변 구훈" userId="3ff7b78a3b81e618" providerId="LiveId" clId="{9F5E3C80-CC36-433C-8D91-E2F43673E4A4}" dt="2021-11-06T17:26:06.885" v="907" actId="478"/>
          <ac:picMkLst>
            <pc:docMk/>
            <pc:sldMk cId="2427269061" sldId="418"/>
            <ac:picMk id="4" creationId="{CA37882F-CB3A-4755-BB73-963F65C15B19}"/>
          </ac:picMkLst>
        </pc:picChg>
        <pc:picChg chg="add mod">
          <ac:chgData name="변 구훈" userId="3ff7b78a3b81e618" providerId="LiveId" clId="{9F5E3C80-CC36-433C-8D91-E2F43673E4A4}" dt="2021-11-06T17:27:35.422" v="937" actId="164"/>
          <ac:picMkLst>
            <pc:docMk/>
            <pc:sldMk cId="2427269061" sldId="418"/>
            <ac:picMk id="5" creationId="{796E0332-DB4D-4D2A-91E1-E0BB4E7BA6C9}"/>
          </ac:picMkLst>
        </pc:picChg>
        <pc:picChg chg="add del mod">
          <ac:chgData name="변 구훈" userId="3ff7b78a3b81e618" providerId="LiveId" clId="{9F5E3C80-CC36-433C-8D91-E2F43673E4A4}" dt="2021-11-06T17:27:14.810" v="926" actId="478"/>
          <ac:picMkLst>
            <pc:docMk/>
            <pc:sldMk cId="2427269061" sldId="418"/>
            <ac:picMk id="7" creationId="{FD3848C3-55F9-4830-A123-A66B93EE54DF}"/>
          </ac:picMkLst>
        </pc:picChg>
        <pc:picChg chg="add mod">
          <ac:chgData name="변 구훈" userId="3ff7b78a3b81e618" providerId="LiveId" clId="{9F5E3C80-CC36-433C-8D91-E2F43673E4A4}" dt="2021-11-06T17:27:35.422" v="937" actId="164"/>
          <ac:picMkLst>
            <pc:docMk/>
            <pc:sldMk cId="2427269061" sldId="418"/>
            <ac:picMk id="9" creationId="{35F18BB8-107C-4621-9894-EE8C13552D6A}"/>
          </ac:picMkLst>
        </pc:picChg>
      </pc:sldChg>
      <pc:sldChg chg="addSp delSp modSp add mod">
        <pc:chgData name="변 구훈" userId="3ff7b78a3b81e618" providerId="LiveId" clId="{9F5E3C80-CC36-433C-8D91-E2F43673E4A4}" dt="2021-11-06T17:28:29.254" v="959" actId="164"/>
        <pc:sldMkLst>
          <pc:docMk/>
          <pc:sldMk cId="1611460520" sldId="419"/>
        </pc:sldMkLst>
        <pc:grpChg chg="add mod">
          <ac:chgData name="변 구훈" userId="3ff7b78a3b81e618" providerId="LiveId" clId="{9F5E3C80-CC36-433C-8D91-E2F43673E4A4}" dt="2021-11-06T17:28:29.254" v="959" actId="164"/>
          <ac:grpSpMkLst>
            <pc:docMk/>
            <pc:sldMk cId="1611460520" sldId="419"/>
            <ac:grpSpMk id="8" creationId="{0CD9D749-0245-4DA5-B571-9456397A5D1B}"/>
          </ac:grpSpMkLst>
        </pc:grpChg>
        <pc:grpChg chg="del">
          <ac:chgData name="변 구훈" userId="3ff7b78a3b81e618" providerId="LiveId" clId="{9F5E3C80-CC36-433C-8D91-E2F43673E4A4}" dt="2021-11-06T17:27:48.284" v="941" actId="478"/>
          <ac:grpSpMkLst>
            <pc:docMk/>
            <pc:sldMk cId="1611460520" sldId="419"/>
            <ac:grpSpMk id="10" creationId="{C1C0F455-75D5-46C2-8233-0CB376522119}"/>
          </ac:grpSpMkLst>
        </pc:grpChg>
        <pc:picChg chg="add mod">
          <ac:chgData name="변 구훈" userId="3ff7b78a3b81e618" providerId="LiveId" clId="{9F5E3C80-CC36-433C-8D91-E2F43673E4A4}" dt="2021-11-06T17:28:29.254" v="959" actId="164"/>
          <ac:picMkLst>
            <pc:docMk/>
            <pc:sldMk cId="1611460520" sldId="419"/>
            <ac:picMk id="4" creationId="{C6CFDB47-11F5-4691-B805-1E0EBD03E0E8}"/>
          </ac:picMkLst>
        </pc:picChg>
        <pc:picChg chg="add mod">
          <ac:chgData name="변 구훈" userId="3ff7b78a3b81e618" providerId="LiveId" clId="{9F5E3C80-CC36-433C-8D91-E2F43673E4A4}" dt="2021-11-06T17:28:29.254" v="959" actId="164"/>
          <ac:picMkLst>
            <pc:docMk/>
            <pc:sldMk cId="1611460520" sldId="419"/>
            <ac:picMk id="7" creationId="{7399A5FF-98CB-416A-944D-FA6A304DD402}"/>
          </ac:picMkLst>
        </pc:picChg>
      </pc:sldChg>
      <pc:sldChg chg="addSp delSp modSp add mod">
        <pc:chgData name="변 구훈" userId="3ff7b78a3b81e618" providerId="LiveId" clId="{9F5E3C80-CC36-433C-8D91-E2F43673E4A4}" dt="2021-11-06T17:28:46.095" v="963" actId="1076"/>
        <pc:sldMkLst>
          <pc:docMk/>
          <pc:sldMk cId="3823802387" sldId="420"/>
        </pc:sldMkLst>
        <pc:grpChg chg="del">
          <ac:chgData name="변 구훈" userId="3ff7b78a3b81e618" providerId="LiveId" clId="{9F5E3C80-CC36-433C-8D91-E2F43673E4A4}" dt="2021-11-06T17:28:44.005" v="961" actId="478"/>
          <ac:grpSpMkLst>
            <pc:docMk/>
            <pc:sldMk cId="3823802387" sldId="420"/>
            <ac:grpSpMk id="8" creationId="{0CD9D749-0245-4DA5-B571-9456397A5D1B}"/>
          </ac:grpSpMkLst>
        </pc:grpChg>
        <pc:picChg chg="add mod">
          <ac:chgData name="변 구훈" userId="3ff7b78a3b81e618" providerId="LiveId" clId="{9F5E3C80-CC36-433C-8D91-E2F43673E4A4}" dt="2021-11-06T17:28:46.095" v="963" actId="1076"/>
          <ac:picMkLst>
            <pc:docMk/>
            <pc:sldMk cId="3823802387" sldId="420"/>
            <ac:picMk id="5" creationId="{AD7E4769-A1C1-4F1A-816A-75ACD0042FD4}"/>
          </ac:picMkLst>
        </pc:picChg>
      </pc:sldChg>
      <pc:sldChg chg="addSp delSp modSp add mod">
        <pc:chgData name="변 구훈" userId="3ff7b78a3b81e618" providerId="LiveId" clId="{9F5E3C80-CC36-433C-8D91-E2F43673E4A4}" dt="2021-11-06T17:29:01.560" v="969" actId="1076"/>
        <pc:sldMkLst>
          <pc:docMk/>
          <pc:sldMk cId="2701243739" sldId="421"/>
        </pc:sldMkLst>
        <pc:picChg chg="add mod">
          <ac:chgData name="변 구훈" userId="3ff7b78a3b81e618" providerId="LiveId" clId="{9F5E3C80-CC36-433C-8D91-E2F43673E4A4}" dt="2021-11-06T17:29:01.560" v="969" actId="1076"/>
          <ac:picMkLst>
            <pc:docMk/>
            <pc:sldMk cId="2701243739" sldId="421"/>
            <ac:picMk id="4" creationId="{BFD1EC97-8140-438A-B422-CD0BCFCFDFA3}"/>
          </ac:picMkLst>
        </pc:picChg>
        <pc:picChg chg="del">
          <ac:chgData name="변 구훈" userId="3ff7b78a3b81e618" providerId="LiveId" clId="{9F5E3C80-CC36-433C-8D91-E2F43673E4A4}" dt="2021-11-06T17:28:56.911" v="965" actId="478"/>
          <ac:picMkLst>
            <pc:docMk/>
            <pc:sldMk cId="2701243739" sldId="421"/>
            <ac:picMk id="5" creationId="{AD7E4769-A1C1-4F1A-816A-75ACD0042FD4}"/>
          </ac:picMkLst>
        </pc:picChg>
      </pc:sldChg>
      <pc:sldChg chg="addSp delSp modSp add mod">
        <pc:chgData name="변 구훈" userId="3ff7b78a3b81e618" providerId="LiveId" clId="{9F5E3C80-CC36-433C-8D91-E2F43673E4A4}" dt="2021-11-06T17:29:40.712" v="987" actId="1076"/>
        <pc:sldMkLst>
          <pc:docMk/>
          <pc:sldMk cId="950930965" sldId="422"/>
        </pc:sldMkLst>
        <pc:spChg chg="add mod">
          <ac:chgData name="변 구훈" userId="3ff7b78a3b81e618" providerId="LiveId" clId="{9F5E3C80-CC36-433C-8D91-E2F43673E4A4}" dt="2021-11-06T17:29:37.366" v="985" actId="27636"/>
          <ac:spMkLst>
            <pc:docMk/>
            <pc:sldMk cId="950930965" sldId="422"/>
            <ac:spMk id="6" creationId="{7A4B38C7-4F4A-4D46-8A77-701B95A19CA2}"/>
          </ac:spMkLst>
        </pc:spChg>
        <pc:picChg chg="del">
          <ac:chgData name="변 구훈" userId="3ff7b78a3b81e618" providerId="LiveId" clId="{9F5E3C80-CC36-433C-8D91-E2F43673E4A4}" dt="2021-11-06T17:29:12.583" v="971" actId="478"/>
          <ac:picMkLst>
            <pc:docMk/>
            <pc:sldMk cId="950930965" sldId="422"/>
            <ac:picMk id="4" creationId="{BFD1EC97-8140-438A-B422-CD0BCFCFDFA3}"/>
          </ac:picMkLst>
        </pc:picChg>
        <pc:picChg chg="add mod">
          <ac:chgData name="변 구훈" userId="3ff7b78a3b81e618" providerId="LiveId" clId="{9F5E3C80-CC36-433C-8D91-E2F43673E4A4}" dt="2021-11-06T17:29:40.712" v="987" actId="1076"/>
          <ac:picMkLst>
            <pc:docMk/>
            <pc:sldMk cId="950930965" sldId="422"/>
            <ac:picMk id="5" creationId="{523FEF3F-ECD4-4500-A9D6-416D76077145}"/>
          </ac:picMkLst>
        </pc:picChg>
      </pc:sldChg>
      <pc:sldChg chg="addSp delSp modSp add mod">
        <pc:chgData name="변 구훈" userId="3ff7b78a3b81e618" providerId="LiveId" clId="{9F5E3C80-CC36-433C-8D91-E2F43673E4A4}" dt="2021-11-06T17:30:02.056" v="992" actId="1076"/>
        <pc:sldMkLst>
          <pc:docMk/>
          <pc:sldMk cId="2093103842" sldId="423"/>
        </pc:sldMkLst>
        <pc:spChg chg="del">
          <ac:chgData name="변 구훈" userId="3ff7b78a3b81e618" providerId="LiveId" clId="{9F5E3C80-CC36-433C-8D91-E2F43673E4A4}" dt="2021-11-06T17:29:51.587" v="989" actId="478"/>
          <ac:spMkLst>
            <pc:docMk/>
            <pc:sldMk cId="2093103842" sldId="423"/>
            <ac:spMk id="6" creationId="{7A4B38C7-4F4A-4D46-8A77-701B95A19CA2}"/>
          </ac:spMkLst>
        </pc:spChg>
        <pc:picChg chg="add mod">
          <ac:chgData name="변 구훈" userId="3ff7b78a3b81e618" providerId="LiveId" clId="{9F5E3C80-CC36-433C-8D91-E2F43673E4A4}" dt="2021-11-06T17:30:02.056" v="992" actId="1076"/>
          <ac:picMkLst>
            <pc:docMk/>
            <pc:sldMk cId="2093103842" sldId="423"/>
            <ac:picMk id="4" creationId="{F508E752-F978-4655-84CA-66A8CBB098E6}"/>
          </ac:picMkLst>
        </pc:picChg>
        <pc:picChg chg="del">
          <ac:chgData name="변 구훈" userId="3ff7b78a3b81e618" providerId="LiveId" clId="{9F5E3C80-CC36-433C-8D91-E2F43673E4A4}" dt="2021-11-06T17:29:51.587" v="989" actId="478"/>
          <ac:picMkLst>
            <pc:docMk/>
            <pc:sldMk cId="2093103842" sldId="423"/>
            <ac:picMk id="5" creationId="{523FEF3F-ECD4-4500-A9D6-416D76077145}"/>
          </ac:picMkLst>
        </pc:picChg>
      </pc:sldChg>
      <pc:sldChg chg="addSp delSp add mod">
        <pc:chgData name="변 구훈" userId="3ff7b78a3b81e618" providerId="LiveId" clId="{9F5E3C80-CC36-433C-8D91-E2F43673E4A4}" dt="2021-11-06T17:30:11.199" v="995" actId="22"/>
        <pc:sldMkLst>
          <pc:docMk/>
          <pc:sldMk cId="2371626417" sldId="424"/>
        </pc:sldMkLst>
        <pc:picChg chg="del">
          <ac:chgData name="변 구훈" userId="3ff7b78a3b81e618" providerId="LiveId" clId="{9F5E3C80-CC36-433C-8D91-E2F43673E4A4}" dt="2021-11-06T17:30:11.009" v="994" actId="478"/>
          <ac:picMkLst>
            <pc:docMk/>
            <pc:sldMk cId="2371626417" sldId="424"/>
            <ac:picMk id="4" creationId="{F508E752-F978-4655-84CA-66A8CBB098E6}"/>
          </ac:picMkLst>
        </pc:picChg>
        <pc:picChg chg="add">
          <ac:chgData name="변 구훈" userId="3ff7b78a3b81e618" providerId="LiveId" clId="{9F5E3C80-CC36-433C-8D91-E2F43673E4A4}" dt="2021-11-06T17:30:11.199" v="995" actId="22"/>
          <ac:picMkLst>
            <pc:docMk/>
            <pc:sldMk cId="2371626417" sldId="424"/>
            <ac:picMk id="5" creationId="{88791B6D-8CB9-4E56-A9B8-94959599B4DA}"/>
          </ac:picMkLst>
        </pc:picChg>
      </pc:sldChg>
      <pc:sldChg chg="addSp delSp modSp add mod">
        <pc:chgData name="변 구훈" userId="3ff7b78a3b81e618" providerId="LiveId" clId="{9F5E3C80-CC36-433C-8D91-E2F43673E4A4}" dt="2021-11-06T17:30:25.599" v="1000" actId="1076"/>
        <pc:sldMkLst>
          <pc:docMk/>
          <pc:sldMk cId="1170046738" sldId="425"/>
        </pc:sldMkLst>
        <pc:picChg chg="add mod">
          <ac:chgData name="변 구훈" userId="3ff7b78a3b81e618" providerId="LiveId" clId="{9F5E3C80-CC36-433C-8D91-E2F43673E4A4}" dt="2021-11-06T17:30:25.599" v="1000" actId="1076"/>
          <ac:picMkLst>
            <pc:docMk/>
            <pc:sldMk cId="1170046738" sldId="425"/>
            <ac:picMk id="4" creationId="{A1B08A34-2DCF-47FD-A320-0B32565B882E}"/>
          </ac:picMkLst>
        </pc:picChg>
        <pc:picChg chg="del">
          <ac:chgData name="변 구훈" userId="3ff7b78a3b81e618" providerId="LiveId" clId="{9F5E3C80-CC36-433C-8D91-E2F43673E4A4}" dt="2021-11-06T17:30:21.798" v="997" actId="478"/>
          <ac:picMkLst>
            <pc:docMk/>
            <pc:sldMk cId="1170046738" sldId="425"/>
            <ac:picMk id="5" creationId="{88791B6D-8CB9-4E56-A9B8-94959599B4DA}"/>
          </ac:picMkLst>
        </pc:picChg>
      </pc:sldChg>
      <pc:sldChg chg="del ord">
        <pc:chgData name="변 구훈" userId="3ff7b78a3b81e618" providerId="LiveId" clId="{9F5E3C80-CC36-433C-8D91-E2F43673E4A4}" dt="2021-11-06T13:35:18.844" v="87" actId="47"/>
        <pc:sldMkLst>
          <pc:docMk/>
          <pc:sldMk cId="2560913739" sldId="446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1938232875" sldId="662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46431773" sldId="663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1105486488" sldId="664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3842329759" sldId="665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2083736223" sldId="666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754193027" sldId="667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2555294627" sldId="668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2768512318" sldId="669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2054822251" sldId="670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2497499901" sldId="671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3319545113" sldId="672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3072325258" sldId="673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2668709778" sldId="674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1950254312" sldId="675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2940991839" sldId="676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355354029" sldId="677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1377590741" sldId="678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3513122065" sldId="679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820249130" sldId="680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693725277" sldId="681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1560726490" sldId="682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906040282" sldId="683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3794345231" sldId="684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1625454212" sldId="685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3333681388" sldId="686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305176726" sldId="687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329588963" sldId="688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3910375883" sldId="689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3991073445" sldId="690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1515789796" sldId="691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524880672" sldId="692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3711163666" sldId="693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1312084683" sldId="694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901135983" sldId="695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3098629960" sldId="696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651271524" sldId="697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543313155" sldId="698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3166330053" sldId="699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2799382857" sldId="700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3704265163" sldId="701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332765543" sldId="702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3599749589" sldId="703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2747171727" sldId="704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2133255579" sldId="705"/>
        </pc:sldMkLst>
      </pc:sldChg>
      <pc:sldChg chg="add del">
        <pc:chgData name="변 구훈" userId="3ff7b78a3b81e618" providerId="LiveId" clId="{9F5E3C80-CC36-433C-8D91-E2F43673E4A4}" dt="2021-11-06T13:35:33.779" v="90" actId="47"/>
        <pc:sldMkLst>
          <pc:docMk/>
          <pc:sldMk cId="2749070395" sldId="7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ED4FF-6B0E-42FA-A737-D604B334571E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97C21-2515-4451-8F2D-347DB50E64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557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483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55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24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8889" y="140944"/>
            <a:ext cx="8229600" cy="441769"/>
          </a:xfrm>
        </p:spPr>
        <p:txBody>
          <a:bodyPr>
            <a:noAutofit/>
          </a:bodyPr>
          <a:lstStyle>
            <a:lvl1pPr algn="l">
              <a:defRPr sz="24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124744"/>
            <a:ext cx="8229600" cy="452596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/>
            </a:lvl1pPr>
            <a:lvl2pPr>
              <a:lnSpc>
                <a:spcPct val="150000"/>
              </a:lnSpc>
              <a:defRPr sz="1200"/>
            </a:lvl2pPr>
            <a:lvl3pPr>
              <a:lnSpc>
                <a:spcPct val="150000"/>
              </a:lnSpc>
              <a:defRPr sz="1100"/>
            </a:lvl3pPr>
            <a:lvl4pPr>
              <a:lnSpc>
                <a:spcPct val="150000"/>
              </a:lnSpc>
              <a:defRPr sz="1050"/>
            </a:lvl4pPr>
            <a:lvl5pPr>
              <a:lnSpc>
                <a:spcPct val="150000"/>
              </a:lnSpc>
              <a:defRPr sz="105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34200" y="6453188"/>
            <a:ext cx="2133600" cy="365125"/>
          </a:xfrm>
        </p:spPr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AutoShape 3"/>
          <p:cNvSpPr>
            <a:spLocks noChangeArrowheads="1"/>
          </p:cNvSpPr>
          <p:nvPr userDrawn="1"/>
        </p:nvSpPr>
        <p:spPr bwMode="auto">
          <a:xfrm>
            <a:off x="152400" y="727174"/>
            <a:ext cx="8953500" cy="109538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990033"/>
            </a:solidFill>
            <a:round/>
            <a:headEnd/>
            <a:tailEnd/>
          </a:ln>
        </p:spPr>
        <p:txBody>
          <a:bodyPr/>
          <a:lstStyle/>
          <a:p>
            <a:pPr algn="l" latinLnBrk="0">
              <a:defRPr/>
            </a:pPr>
            <a:endParaRPr kumimoji="0" lang="ko-KR" altLang="ko-KR" sz="1350">
              <a:latin typeface="Franklin Gothic Medium" panose="020B0603020102020204" pitchFamily="34" charset="0"/>
              <a:ea typeface="HY헤드라인M" pitchFamily="18" charset="-127"/>
            </a:endParaRPr>
          </a:p>
        </p:txBody>
      </p:sp>
      <p:sp>
        <p:nvSpPr>
          <p:cNvPr id="9" name="Line 4"/>
          <p:cNvSpPr>
            <a:spLocks noChangeShapeType="1"/>
          </p:cNvSpPr>
          <p:nvPr userDrawn="1"/>
        </p:nvSpPr>
        <p:spPr bwMode="auto">
          <a:xfrm flipV="1">
            <a:off x="152400" y="6453188"/>
            <a:ext cx="8915400" cy="0"/>
          </a:xfrm>
          <a:prstGeom prst="line">
            <a:avLst/>
          </a:prstGeom>
          <a:noFill/>
          <a:ln w="3175">
            <a:solidFill>
              <a:srgbClr val="CC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sz="1350">
              <a:latin typeface="Arial Narrow" panose="020B0606020202030204" pitchFamily="34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886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819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13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961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3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512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198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236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322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956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FD00-3F21-42CF-9EF5-8F6D81CE3AFD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4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afe.naver.com/codefirs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31054" y="253649"/>
            <a:ext cx="7772400" cy="2887319"/>
          </a:xfrm>
        </p:spPr>
        <p:txBody>
          <a:bodyPr anchor="t">
            <a:normAutofit/>
          </a:bodyPr>
          <a:lstStyle/>
          <a:p>
            <a:pPr algn="l"/>
            <a:r>
              <a:rPr lang="ko-KR" altLang="en-US" sz="5400" b="1" spc="-250" dirty="0" err="1">
                <a:solidFill>
                  <a:schemeClr val="accent4">
                    <a:lumMod val="50000"/>
                  </a:schemeClr>
                </a:solidFill>
              </a:rPr>
              <a:t>百見不如一打</a:t>
            </a:r>
            <a:r>
              <a:rPr lang="ko-KR" altLang="en-US" sz="5400" b="1" spc="-25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br>
              <a:rPr lang="en-US" altLang="ko-KR" sz="5400" b="1" spc="-25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ko-KR" altLang="en-US" sz="5400" b="1" spc="-250" dirty="0">
                <a:solidFill>
                  <a:schemeClr val="accent4">
                    <a:lumMod val="50000"/>
                  </a:schemeClr>
                </a:solidFill>
              </a:rPr>
              <a:t>쇼핑몰 프로젝트</a:t>
            </a:r>
            <a:br>
              <a:rPr lang="en-US" altLang="ko-KR" sz="5400" b="1" spc="-25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ko-KR" altLang="en-US" sz="4800" b="1" spc="-250" dirty="0">
                <a:solidFill>
                  <a:srgbClr val="0070C0"/>
                </a:solidFill>
              </a:rPr>
              <a:t>강의자료</a:t>
            </a:r>
            <a:endParaRPr lang="ko-KR" altLang="en-US" sz="5400" b="1" spc="-250" dirty="0">
              <a:solidFill>
                <a:srgbClr val="0070C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60714" y="4071942"/>
            <a:ext cx="6097236" cy="1051806"/>
          </a:xfrm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00" b="1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예제소스 다운로드 및 커뮤니티 카페</a:t>
            </a:r>
            <a:r>
              <a:rPr lang="en-US" altLang="ko-KR" sz="1600" b="1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altLang="ko-KR" sz="1600" b="1" dirty="0">
                <a:hlinkClick r:id="rId3"/>
              </a:rPr>
              <a:t>https://cafe.naver.com/codefirst</a:t>
            </a: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364803" y="3434686"/>
            <a:ext cx="84060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부제목 2"/>
          <p:cNvSpPr txBox="1">
            <a:spLocks/>
          </p:cNvSpPr>
          <p:nvPr/>
        </p:nvSpPr>
        <p:spPr>
          <a:xfrm>
            <a:off x="264462" y="6387291"/>
            <a:ext cx="4991613" cy="456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본 문서의 저작권은 저자에게 있습니다</a:t>
            </a:r>
            <a:r>
              <a:rPr lang="en-US" altLang="ko-KR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 </a:t>
            </a: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endParaRPr lang="ko-KR" altLang="en-US" sz="800" u="sng" spc="-20" dirty="0">
              <a:solidFill>
                <a:srgbClr val="4495D2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4" name="그룹 15"/>
          <p:cNvGrpSpPr/>
          <p:nvPr/>
        </p:nvGrpSpPr>
        <p:grpSpPr>
          <a:xfrm>
            <a:off x="323528" y="3897052"/>
            <a:ext cx="4428492" cy="1440160"/>
            <a:chOff x="323528" y="3897052"/>
            <a:chExt cx="3420380" cy="1440160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323528" y="5337212"/>
              <a:ext cx="3420380" cy="0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>
              <a:off x="323528" y="3897052"/>
              <a:ext cx="3420380" cy="0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부제목 2"/>
          <p:cNvSpPr txBox="1">
            <a:spLocks/>
          </p:cNvSpPr>
          <p:nvPr/>
        </p:nvSpPr>
        <p:spPr>
          <a:xfrm>
            <a:off x="5939122" y="6401544"/>
            <a:ext cx="3204878" cy="456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본 문서는 나눔 고딕과 </a:t>
            </a:r>
            <a:r>
              <a:rPr lang="en-US" altLang="ko-KR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Consolas </a:t>
            </a: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체에 최적화 되어 있습니다</a:t>
            </a:r>
            <a:r>
              <a:rPr lang="en-US" altLang="ko-KR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  </a:t>
            </a:r>
            <a:endParaRPr lang="ko-KR" altLang="en-US" sz="800" u="sng" spc="-20" dirty="0">
              <a:solidFill>
                <a:srgbClr val="4495D2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80312" y="5949280"/>
            <a:ext cx="1494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 2021.11.</a:t>
            </a:r>
            <a:endParaRPr lang="ko-KR" altLang="en-US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844508" y="260648"/>
            <a:ext cx="2107334" cy="29741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그림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" y="0"/>
            <a:ext cx="9144001" cy="5145727"/>
          </a:xfrm>
          <a:prstGeom prst="rect">
            <a:avLst/>
          </a:prstGeom>
        </p:spPr>
      </p:pic>
      <p:sp>
        <p:nvSpPr>
          <p:cNvPr id="5" name="Rectangle 8"/>
          <p:cNvSpPr/>
          <p:nvPr/>
        </p:nvSpPr>
        <p:spPr>
          <a:xfrm>
            <a:off x="0" y="3176972"/>
            <a:ext cx="9144000" cy="19812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en-US">
              <a:solidFill>
                <a:prstClr val="white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51520" y="5373216"/>
            <a:ext cx="8832804" cy="8984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8</a:t>
            </a:r>
            <a:r>
              <a:rPr kumimoji="0" lang="ko-KR" altLang="en-US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장</a:t>
            </a:r>
            <a:r>
              <a:rPr kumimoji="0" lang="en-US" altLang="ko-KR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.</a:t>
            </a:r>
            <a:r>
              <a:rPr kumimoji="0" lang="ko-KR" altLang="en-US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 </a:t>
            </a:r>
            <a:r>
              <a:rPr lang="ko-KR" altLang="en-US" sz="4000" b="1" cap="all" dirty="0"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 ExtraBold" pitchFamily="50" charset="-127"/>
                <a:ea typeface="나눔고딕"/>
                <a:cs typeface="+mj-cs"/>
              </a:rPr>
              <a:t>장바구니</a:t>
            </a:r>
            <a:endParaRPr lang="ko-KR" altLang="ko-KR" sz="4000" b="1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554550" y="954293"/>
            <a:ext cx="2779465" cy="37908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목표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b="0" i="0" u="none" strike="noStrike" baseline="0" dirty="0">
                <a:latin typeface="YDVYGOStd13"/>
              </a:rPr>
              <a:t>1. </a:t>
            </a:r>
            <a:r>
              <a:rPr lang="ko-KR" altLang="en-US" sz="1800" dirty="0">
                <a:latin typeface="YDVYGOStd13"/>
              </a:rPr>
              <a:t>장바구니 기능으로 상품을 장바구니에 담거나 주문</a:t>
            </a:r>
            <a:r>
              <a:rPr lang="en-US" altLang="ko-KR" sz="1800" dirty="0">
                <a:latin typeface="YDVYGOStd13"/>
              </a:rPr>
              <a:t>, </a:t>
            </a:r>
            <a:r>
              <a:rPr lang="ko-KR" altLang="en-US" sz="1800" dirty="0">
                <a:latin typeface="YDVYGOStd13"/>
              </a:rPr>
              <a:t>삭제하는 프로세스를 학습한다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38969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</a:t>
            </a:r>
            <a:r>
              <a:rPr lang="ko-KR" altLang="en-US" dirty="0"/>
              <a:t> 장바구니 담기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82D1A30-98B8-4D1C-A3FB-7298F12C95CF}"/>
              </a:ext>
            </a:extLst>
          </p:cNvPr>
          <p:cNvSpPr txBox="1">
            <a:spLocks/>
          </p:cNvSpPr>
          <p:nvPr/>
        </p:nvSpPr>
        <p:spPr>
          <a:xfrm>
            <a:off x="484989" y="1068182"/>
            <a:ext cx="82296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상품 상세 페이지에서 장바구니에 담을 수량을 선택하고 장바구니 담기 버튼을 클릭할 때 상품이 장바구니에 담기는 기능 구현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77B76FA-EA72-4839-AED5-CD9E16605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86" y="2132856"/>
            <a:ext cx="5557242" cy="416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37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</a:t>
            </a:r>
            <a:r>
              <a:rPr lang="ko-KR" altLang="en-US" dirty="0"/>
              <a:t> 장바구니 담기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82D1A30-98B8-4D1C-A3FB-7298F12C95CF}"/>
              </a:ext>
            </a:extLst>
          </p:cNvPr>
          <p:cNvSpPr txBox="1">
            <a:spLocks/>
          </p:cNvSpPr>
          <p:nvPr/>
        </p:nvSpPr>
        <p:spPr>
          <a:xfrm>
            <a:off x="484989" y="1068182"/>
            <a:ext cx="82296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회원 한 명당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1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개의 장바구니를 갖으므로 처음 장바구니에 상품을 담을 때는 해당 회원의 장바구니 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  <a:p>
            <a:pPr algn="l"/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Cart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엔티티에 회원 엔티티를 파라미터로 받아서 장바구니 엔티티를 생성 로직 추가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893422-8E44-48E5-9ADA-4D2256A64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724366"/>
            <a:ext cx="4570462" cy="359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99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</a:t>
            </a:r>
            <a:r>
              <a:rPr lang="ko-KR" altLang="en-US" dirty="0"/>
              <a:t> 장바구니 담기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82D1A30-98B8-4D1C-A3FB-7298F12C95CF}"/>
              </a:ext>
            </a:extLst>
          </p:cNvPr>
          <p:cNvSpPr txBox="1">
            <a:spLocks/>
          </p:cNvSpPr>
          <p:nvPr/>
        </p:nvSpPr>
        <p:spPr>
          <a:xfrm>
            <a:off x="484989" y="1068182"/>
            <a:ext cx="8229600" cy="8486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장바구니에 담을 상품 엔티티를 생성하는 메소드와 장바구니에 담을 수량을 증가시켜 주는 메소드 추가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733764D-3DAB-4EFE-8035-6555A5209AF5}"/>
              </a:ext>
            </a:extLst>
          </p:cNvPr>
          <p:cNvGrpSpPr/>
          <p:nvPr/>
        </p:nvGrpSpPr>
        <p:grpSpPr>
          <a:xfrm>
            <a:off x="429411" y="1919703"/>
            <a:ext cx="4896594" cy="4470623"/>
            <a:chOff x="394318" y="1838697"/>
            <a:chExt cx="4896594" cy="447062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90B142B-9E79-457B-80A8-677E42B4F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4318" y="1838697"/>
              <a:ext cx="4896594" cy="3102472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3F59E09-967D-48AB-A105-3D3E00AB5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720" y="4797152"/>
              <a:ext cx="4752352" cy="15121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1372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</a:t>
            </a:r>
            <a:r>
              <a:rPr lang="ko-KR" altLang="en-US" dirty="0"/>
              <a:t> 장바구니 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3C0C70-51C2-4CBC-BBE4-F4526E097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370635"/>
            <a:ext cx="6548148" cy="3054077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73B13580-08D0-441D-9A4C-D31431B29E2A}"/>
              </a:ext>
            </a:extLst>
          </p:cNvPr>
          <p:cNvSpPr txBox="1">
            <a:spLocks/>
          </p:cNvSpPr>
          <p:nvPr/>
        </p:nvSpPr>
        <p:spPr>
          <a:xfrm>
            <a:off x="457200" y="1420408"/>
            <a:ext cx="8435280" cy="8486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현재 로그인한 회원의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Cart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엔티티를 찾기 위해서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CartRepository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에 쿼리 메소드 추가</a:t>
            </a:r>
          </a:p>
        </p:txBody>
      </p:sp>
    </p:spTree>
    <p:extLst>
      <p:ext uri="{BB962C8B-B14F-4D97-AF65-F5344CB8AC3E}">
        <p14:creationId xmlns:p14="http://schemas.microsoft.com/office/powerpoint/2010/main" val="3568262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</a:t>
            </a:r>
            <a:r>
              <a:rPr lang="ko-KR" altLang="en-US" dirty="0"/>
              <a:t> 장바구니 담기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F2BE793-B0F0-45C6-8F42-BD01F02B0F0F}"/>
              </a:ext>
            </a:extLst>
          </p:cNvPr>
          <p:cNvGrpSpPr/>
          <p:nvPr/>
        </p:nvGrpSpPr>
        <p:grpSpPr>
          <a:xfrm>
            <a:off x="457200" y="2269058"/>
            <a:ext cx="7134225" cy="3338289"/>
            <a:chOff x="467544" y="1196752"/>
            <a:chExt cx="7134225" cy="333828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64DE871-0CFA-4D41-9FAD-FFF11F7AE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544" y="1196752"/>
              <a:ext cx="7134225" cy="253365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95DD9A4-8D9D-4F3B-AA75-8FEDEB830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3939" y="3573016"/>
              <a:ext cx="6943725" cy="962025"/>
            </a:xfrm>
            <a:prstGeom prst="rect">
              <a:avLst/>
            </a:prstGeom>
          </p:spPr>
        </p:pic>
      </p:grp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296F002-CCAC-4EA4-AD93-B04765352B67}"/>
              </a:ext>
            </a:extLst>
          </p:cNvPr>
          <p:cNvSpPr txBox="1">
            <a:spLocks/>
          </p:cNvSpPr>
          <p:nvPr/>
        </p:nvSpPr>
        <p:spPr>
          <a:xfrm>
            <a:off x="457200" y="1420408"/>
            <a:ext cx="8435280" cy="8486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장바구니에 들어갈 상품을 저장하거나 조회하기 위해서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CartItemRepository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인터페이스를 생성</a:t>
            </a:r>
          </a:p>
        </p:txBody>
      </p:sp>
    </p:spTree>
    <p:extLst>
      <p:ext uri="{BB962C8B-B14F-4D97-AF65-F5344CB8AC3E}">
        <p14:creationId xmlns:p14="http://schemas.microsoft.com/office/powerpoint/2010/main" val="1120116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</a:t>
            </a:r>
            <a:r>
              <a:rPr lang="ko-KR" altLang="en-US" dirty="0"/>
              <a:t> 장바구니 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8C1A0C-68CB-4B66-BCB1-B3582423C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052736"/>
            <a:ext cx="4668505" cy="534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90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</a:t>
            </a:r>
            <a:r>
              <a:rPr lang="ko-KR" altLang="en-US" dirty="0"/>
              <a:t> 장바구니 담기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007F5E-F04C-4784-8536-AB7B38250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08720"/>
            <a:ext cx="5507509" cy="544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93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</a:t>
            </a:r>
            <a:r>
              <a:rPr lang="ko-KR" altLang="en-US" dirty="0"/>
              <a:t> 장바구니 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6902D7-4CA8-4BF4-9F18-AC5DC9C23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864993"/>
            <a:ext cx="3722164" cy="550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090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</a:t>
            </a:r>
            <a:r>
              <a:rPr lang="ko-KR" altLang="en-US" dirty="0"/>
              <a:t> 장바구니 담기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9793768-96A4-4C0C-856C-F6C439268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933575"/>
            <a:ext cx="544830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33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</a:t>
            </a:r>
            <a:r>
              <a:rPr lang="ko-KR" altLang="en-US" dirty="0"/>
              <a:t> 장바구니 담기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2563108-91D9-45E6-BC8A-6C36E708C3F0}"/>
              </a:ext>
            </a:extLst>
          </p:cNvPr>
          <p:cNvGrpSpPr/>
          <p:nvPr/>
        </p:nvGrpSpPr>
        <p:grpSpPr>
          <a:xfrm>
            <a:off x="323528" y="1457325"/>
            <a:ext cx="4580069" cy="4355210"/>
            <a:chOff x="323528" y="1457325"/>
            <a:chExt cx="4580069" cy="435521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659AECC-F7F3-451A-B22D-A2C3D7366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1457325"/>
              <a:ext cx="4580069" cy="3123803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8627063-2BF4-4105-AF0B-E0F4DADB6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9841" y="4543420"/>
              <a:ext cx="4220191" cy="12691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8128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</a:t>
            </a:r>
            <a:r>
              <a:rPr lang="ko-KR" altLang="en-US" dirty="0"/>
              <a:t> 장바구니 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BF6670-CEDA-440F-B813-707FC3D9F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80728"/>
            <a:ext cx="4250999" cy="539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85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</a:t>
            </a:r>
            <a:r>
              <a:rPr lang="ko-KR" altLang="en-US" dirty="0"/>
              <a:t> 장바구니 담기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78CC16-4636-44FE-8991-6BE7F40C9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724025"/>
            <a:ext cx="547687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039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</a:t>
            </a:r>
            <a:r>
              <a:rPr lang="ko-KR" altLang="en-US" dirty="0"/>
              <a:t> 장바구니 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F4B70D9-09C5-4181-93FB-5F54056A8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5" y="2571750"/>
            <a:ext cx="409575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5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</a:t>
            </a:r>
            <a:r>
              <a:rPr lang="ko-KR" altLang="en-US" dirty="0"/>
              <a:t> 장바구니 담기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F67A4E-CEEB-4082-9C1D-D11BA95BA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52736"/>
            <a:ext cx="4542663" cy="514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618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</a:t>
            </a:r>
            <a:r>
              <a:rPr lang="ko-KR" altLang="en-US" dirty="0"/>
              <a:t> 장바구니 담기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1C9FC3C-F3EF-4FA2-A1C6-FB5DF38D99B8}"/>
              </a:ext>
            </a:extLst>
          </p:cNvPr>
          <p:cNvGrpSpPr/>
          <p:nvPr/>
        </p:nvGrpSpPr>
        <p:grpSpPr>
          <a:xfrm>
            <a:off x="467544" y="1919287"/>
            <a:ext cx="5492421" cy="3019425"/>
            <a:chOff x="461523" y="1124744"/>
            <a:chExt cx="5492421" cy="301942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91B715A-011A-4239-96DB-B7D509BA8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544" y="1124744"/>
              <a:ext cx="5486400" cy="187642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1F9E972-2E7A-472B-BFAF-29F58DCE3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523" y="3001169"/>
              <a:ext cx="5486401" cy="1143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4168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</a:t>
            </a:r>
            <a:r>
              <a:rPr lang="ko-KR" altLang="en-US" dirty="0"/>
              <a:t> 장바구니 담기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22AD20-DD59-4E8F-9C19-4DBA39B32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686050"/>
            <a:ext cx="8572500" cy="1485900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1C57831-3558-4522-8B21-A636C60EDA09}"/>
              </a:ext>
            </a:extLst>
          </p:cNvPr>
          <p:cNvSpPr txBox="1">
            <a:spLocks/>
          </p:cNvSpPr>
          <p:nvPr/>
        </p:nvSpPr>
        <p:spPr>
          <a:xfrm>
            <a:off x="452126" y="1988840"/>
            <a:ext cx="8435280" cy="848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장바구니 담기 버튼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클릭시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addCart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()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함수 호출 추가</a:t>
            </a:r>
          </a:p>
        </p:txBody>
      </p:sp>
    </p:spTree>
    <p:extLst>
      <p:ext uri="{BB962C8B-B14F-4D97-AF65-F5344CB8AC3E}">
        <p14:creationId xmlns:p14="http://schemas.microsoft.com/office/powerpoint/2010/main" val="4223881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</a:t>
            </a:r>
            <a:r>
              <a:rPr lang="ko-KR" altLang="en-US" dirty="0"/>
              <a:t> 장바구니 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083129-2ABE-464A-AC0E-3D64F225D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2" y="2105025"/>
            <a:ext cx="700087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193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2CBBBEC-3CA8-4580-B1EB-C37054F21681}"/>
              </a:ext>
            </a:extLst>
          </p:cNvPr>
          <p:cNvGrpSpPr/>
          <p:nvPr/>
        </p:nvGrpSpPr>
        <p:grpSpPr>
          <a:xfrm>
            <a:off x="467544" y="908721"/>
            <a:ext cx="4791265" cy="5223888"/>
            <a:chOff x="467544" y="908721"/>
            <a:chExt cx="4791265" cy="522388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EFFB937-FF38-4257-9464-C1E80D07D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544" y="908721"/>
              <a:ext cx="4791265" cy="439248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3F38081-BCF3-4569-A7F9-C23D0CDAD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157" y="5234904"/>
              <a:ext cx="4338907" cy="8977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1996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B06D994-C9AE-4A43-9C6E-D3838FB53FDF}"/>
              </a:ext>
            </a:extLst>
          </p:cNvPr>
          <p:cNvSpPr txBox="1">
            <a:spLocks/>
          </p:cNvSpPr>
          <p:nvPr/>
        </p:nvSpPr>
        <p:spPr>
          <a:xfrm>
            <a:off x="452126" y="908720"/>
            <a:ext cx="843528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최적화가 필요할 경우 아래 코드와 같이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DTO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의 생성자를 이용하여 반환 값으로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DTO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객체를 생성하여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ED2D94F-D5C2-402B-B2BC-52FD6F96E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88" y="1843260"/>
            <a:ext cx="4667241" cy="450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43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69F0D1-2985-48EF-908C-D413F20B6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82" y="898999"/>
            <a:ext cx="4276034" cy="551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156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680C19-D344-46DE-ACE6-6D9D5341F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08720"/>
            <a:ext cx="5753100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575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EC0411-6104-41B3-A72C-6FA1ECEFF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702" y="3140968"/>
            <a:ext cx="5364596" cy="2966744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024723D-0297-4D2B-A4CE-1103DE8D1AC2}"/>
              </a:ext>
            </a:extLst>
          </p:cNvPr>
          <p:cNvSpPr txBox="1">
            <a:spLocks/>
          </p:cNvSpPr>
          <p:nvPr/>
        </p:nvSpPr>
        <p:spPr>
          <a:xfrm>
            <a:off x="467544" y="1052736"/>
            <a:ext cx="8435280" cy="187220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구현할 기능 리스트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  <a:p>
            <a:pPr lvl="1"/>
            <a:r>
              <a:rPr lang="ko-KR" altLang="en-US" sz="1600" dirty="0">
                <a:latin typeface="DIN-Bold"/>
                <a:sym typeface="Wingdings" panose="05000000000000000000" pitchFamily="2" charset="2"/>
              </a:rPr>
              <a:t>장바구니 상품 선택 시 총 주문 금액 계산</a:t>
            </a:r>
            <a:endParaRPr lang="en-US" altLang="ko-KR" sz="1600" dirty="0">
              <a:latin typeface="DIN-Bold"/>
              <a:sym typeface="Wingdings" panose="05000000000000000000" pitchFamily="2" charset="2"/>
            </a:endParaRPr>
          </a:p>
          <a:p>
            <a:pPr lvl="1"/>
            <a:r>
              <a:rPr lang="ko-KR" altLang="en-US" sz="1600" dirty="0">
                <a:latin typeface="DIN-Bold"/>
                <a:sym typeface="Wingdings" panose="05000000000000000000" pitchFamily="2" charset="2"/>
              </a:rPr>
              <a:t>버튼 클릭 시 장바구니에 담긴 상품 삭제</a:t>
            </a:r>
            <a:endParaRPr lang="en-US" altLang="ko-KR" sz="1600" dirty="0">
              <a:latin typeface="DIN-Bold"/>
              <a:sym typeface="Wingdings" panose="05000000000000000000" pitchFamily="2" charset="2"/>
            </a:endParaRPr>
          </a:p>
          <a:p>
            <a:pPr lvl="1"/>
            <a:r>
              <a:rPr lang="ko-KR" altLang="en-US" sz="1600" dirty="0">
                <a:latin typeface="DIN-Bold"/>
                <a:sym typeface="Wingdings" panose="05000000000000000000" pitchFamily="2" charset="2"/>
              </a:rPr>
              <a:t>장바구니 상품 수량 변경 시 상품 금액 계산</a:t>
            </a:r>
            <a:endParaRPr lang="en-US" altLang="ko-KR" sz="1600" dirty="0">
              <a:latin typeface="DIN-Bold"/>
              <a:sym typeface="Wingdings" panose="05000000000000000000" pitchFamily="2" charset="2"/>
            </a:endParaRPr>
          </a:p>
          <a:p>
            <a:pPr lvl="1"/>
            <a:r>
              <a:rPr lang="ko-KR" altLang="en-US" sz="1600" dirty="0">
                <a:latin typeface="DIN-Bold"/>
                <a:sym typeface="Wingdings" panose="05000000000000000000" pitchFamily="2" charset="2"/>
              </a:rPr>
              <a:t>장바구니 상품 수량 변경 시 장바구니에 담긴 상품 수량 업데이트</a:t>
            </a:r>
            <a:endParaRPr lang="en-US" altLang="ko-KR" sz="1600" dirty="0">
              <a:latin typeface="DIN-Bold"/>
              <a:sym typeface="Wingdings" panose="05000000000000000000" pitchFamily="2" charset="2"/>
            </a:endParaRPr>
          </a:p>
          <a:p>
            <a:pPr lvl="1"/>
            <a:r>
              <a:rPr lang="ko-KR" altLang="en-US" sz="1600" dirty="0">
                <a:latin typeface="DIN-Bold"/>
                <a:sym typeface="Wingdings" panose="05000000000000000000" pitchFamily="2" charset="2"/>
              </a:rPr>
              <a:t>장바구니 상품 주문하기</a:t>
            </a:r>
            <a:endParaRPr lang="en-US" altLang="ko-KR" sz="1600" dirty="0">
              <a:latin typeface="DIN-Bold"/>
              <a:sym typeface="Wingdings" panose="05000000000000000000" pitchFamily="2" charset="2"/>
            </a:endParaRPr>
          </a:p>
          <a:p>
            <a:pPr lvl="1"/>
            <a:r>
              <a:rPr lang="ko-KR" altLang="en-US" sz="1600" dirty="0">
                <a:latin typeface="DIN-Bold"/>
                <a:sym typeface="Wingdings" panose="05000000000000000000" pitchFamily="2" charset="2"/>
              </a:rPr>
              <a:t>장바구니 상품 전체 선택</a:t>
            </a:r>
          </a:p>
        </p:txBody>
      </p:sp>
    </p:spTree>
    <p:extLst>
      <p:ext uri="{BB962C8B-B14F-4D97-AF65-F5344CB8AC3E}">
        <p14:creationId xmlns:p14="http://schemas.microsoft.com/office/powerpoint/2010/main" val="3643937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AAAAEAB-53BF-45A4-9C11-9AE990E8F25D}"/>
              </a:ext>
            </a:extLst>
          </p:cNvPr>
          <p:cNvGrpSpPr/>
          <p:nvPr/>
        </p:nvGrpSpPr>
        <p:grpSpPr>
          <a:xfrm>
            <a:off x="395536" y="1304763"/>
            <a:ext cx="5184576" cy="4248473"/>
            <a:chOff x="323528" y="980728"/>
            <a:chExt cx="5184576" cy="424847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3FB4AD6-3B2D-43C0-87A3-4DF4408F0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980728"/>
              <a:ext cx="5184576" cy="202030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B9DD186-7241-47AE-91CC-FB31209D3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809" y="2924945"/>
              <a:ext cx="5115871" cy="23042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0298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87AF91-516E-48C5-9738-983B5765D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52736"/>
            <a:ext cx="7092280" cy="523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5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1C2668-E35B-4623-B46E-F785E6D46328}"/>
              </a:ext>
            </a:extLst>
          </p:cNvPr>
          <p:cNvGrpSpPr/>
          <p:nvPr/>
        </p:nvGrpSpPr>
        <p:grpSpPr>
          <a:xfrm>
            <a:off x="395536" y="1196752"/>
            <a:ext cx="5976664" cy="4938010"/>
            <a:chOff x="395536" y="1090584"/>
            <a:chExt cx="5976664" cy="493801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F0DE82B-0062-48AA-A8AF-209DB670C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6" y="1090584"/>
              <a:ext cx="5976664" cy="2002652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FE88AAF-04DF-4F98-835B-FAB168D00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536" y="3093236"/>
              <a:ext cx="5976664" cy="29353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2068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C891966-FFAC-46B3-8E3D-D39118B6EC32}"/>
              </a:ext>
            </a:extLst>
          </p:cNvPr>
          <p:cNvGrpSpPr/>
          <p:nvPr/>
        </p:nvGrpSpPr>
        <p:grpSpPr>
          <a:xfrm>
            <a:off x="755576" y="1276070"/>
            <a:ext cx="4905179" cy="4305860"/>
            <a:chOff x="683568" y="980729"/>
            <a:chExt cx="4905179" cy="430586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C5EBFBE-0E44-412A-B9B9-B7B8A8A02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3568" y="980729"/>
              <a:ext cx="4896544" cy="307623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E6AFBB5-8334-4288-86A1-31521B277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203" y="4028060"/>
              <a:ext cx="4896544" cy="12585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11131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91FBC91-2A94-4FBD-8CC5-BF96D517A882}"/>
              </a:ext>
            </a:extLst>
          </p:cNvPr>
          <p:cNvGrpSpPr/>
          <p:nvPr/>
        </p:nvGrpSpPr>
        <p:grpSpPr>
          <a:xfrm>
            <a:off x="467544" y="1196752"/>
            <a:ext cx="4896544" cy="4940284"/>
            <a:chOff x="467544" y="980729"/>
            <a:chExt cx="4896544" cy="494028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BE160AF-4473-41F6-A256-EC898C42C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544" y="980729"/>
              <a:ext cx="4896544" cy="75919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3ADED94-5E82-44A0-A019-73BBC7F46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544" y="1739923"/>
              <a:ext cx="4896544" cy="41810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95079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40A7CE4-C3C4-43E4-A829-EDC714C62666}"/>
              </a:ext>
            </a:extLst>
          </p:cNvPr>
          <p:cNvGrpSpPr/>
          <p:nvPr/>
        </p:nvGrpSpPr>
        <p:grpSpPr>
          <a:xfrm>
            <a:off x="407341" y="980728"/>
            <a:ext cx="4176463" cy="5395772"/>
            <a:chOff x="467545" y="980729"/>
            <a:chExt cx="4608512" cy="568380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9C394DC-9F96-4ED4-839A-5283CA790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545" y="980729"/>
              <a:ext cx="4608512" cy="343351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4DC8A12-2DC1-4744-9C30-8724D1F6E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545" y="4412862"/>
              <a:ext cx="4608512" cy="22516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15040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5F6F4F-F2DF-48AC-BDBA-BEB1AE3D6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87972"/>
            <a:ext cx="6588224" cy="368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056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9F9D69-8B8B-4A0F-B673-0EF0B5252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05" y="1052736"/>
            <a:ext cx="7532046" cy="513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9054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B208829-BA99-4C4D-8B26-D4475531C8FB}"/>
              </a:ext>
            </a:extLst>
          </p:cNvPr>
          <p:cNvGrpSpPr/>
          <p:nvPr/>
        </p:nvGrpSpPr>
        <p:grpSpPr>
          <a:xfrm>
            <a:off x="395536" y="908720"/>
            <a:ext cx="3600400" cy="5472608"/>
            <a:chOff x="323528" y="1052736"/>
            <a:chExt cx="4320480" cy="595690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FF5C716-C609-4209-BA9C-063B28E2A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1052736"/>
              <a:ext cx="4320480" cy="1813059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7E67115-E81D-41A2-A5B8-DABC1ED13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9574" y="2780928"/>
              <a:ext cx="4188387" cy="42287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53530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7646AB-7DE4-441A-95B8-694FC76F6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27537"/>
            <a:ext cx="4483222" cy="551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190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3A80CB-2534-410A-BF53-BEE1BCE1F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29914"/>
            <a:ext cx="3944656" cy="551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1841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2112E10-0938-44AC-8ADD-DF36BE12A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060848"/>
            <a:ext cx="6165322" cy="3951709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93529F4-295E-4616-A489-28C258247E60}"/>
              </a:ext>
            </a:extLst>
          </p:cNvPr>
          <p:cNvSpPr txBox="1">
            <a:spLocks/>
          </p:cNvSpPr>
          <p:nvPr/>
        </p:nvSpPr>
        <p:spPr>
          <a:xfrm>
            <a:off x="467544" y="1052736"/>
            <a:ext cx="843528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작성한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updateCartItemCount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()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함수를 기존에 작성한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changeCount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()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함수 마지막에 추가</a:t>
            </a:r>
            <a:endParaRPr lang="ko-KR" altLang="en-US" sz="16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470340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8B8B7B-4875-4105-8019-9CA2D1FD8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860" y="2060848"/>
            <a:ext cx="7092280" cy="3944860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3BC2177-A8A8-41AC-B6F4-F552A1EB36F4}"/>
              </a:ext>
            </a:extLst>
          </p:cNvPr>
          <p:cNvSpPr txBox="1">
            <a:spLocks/>
          </p:cNvSpPr>
          <p:nvPr/>
        </p:nvSpPr>
        <p:spPr>
          <a:xfrm>
            <a:off x="467544" y="1268760"/>
            <a:ext cx="843528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장바구니 상품의 수량을 변경 후 페이지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새로고침시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 변경된 수량 유지</a:t>
            </a:r>
            <a:endParaRPr lang="ko-KR" altLang="en-US" sz="16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140936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3BC2177-A8A8-41AC-B6F4-F552A1EB36F4}"/>
              </a:ext>
            </a:extLst>
          </p:cNvPr>
          <p:cNvSpPr txBox="1">
            <a:spLocks/>
          </p:cNvSpPr>
          <p:nvPr/>
        </p:nvSpPr>
        <p:spPr>
          <a:xfrm>
            <a:off x="467544" y="1268760"/>
            <a:ext cx="843528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상품정보에 있는 버튼을 클릭할 때 장바구니에 넣어 놓은 상품을 삭제</a:t>
            </a:r>
            <a:endParaRPr lang="ko-KR" altLang="en-US" sz="16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CB6D11-4CB1-4811-9001-C57208FDD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52" y="1778831"/>
            <a:ext cx="6181449" cy="448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331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9BFA199-B773-4CFB-82FE-93B8C5C09B56}"/>
              </a:ext>
            </a:extLst>
          </p:cNvPr>
          <p:cNvGrpSpPr/>
          <p:nvPr/>
        </p:nvGrpSpPr>
        <p:grpSpPr>
          <a:xfrm>
            <a:off x="395536" y="1052736"/>
            <a:ext cx="4949950" cy="5225153"/>
            <a:chOff x="323529" y="908721"/>
            <a:chExt cx="4949950" cy="522515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377880C-96C2-432E-8081-5C183D1F8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9" y="908721"/>
              <a:ext cx="4904263" cy="223224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8AD2C77-14F9-4083-9459-63526CBBF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0798" y="3109538"/>
              <a:ext cx="4932681" cy="30243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56855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E1566D6-C962-4778-926E-EFBAF3C1E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700808"/>
            <a:ext cx="6048672" cy="38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9433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86AF0F-A5E8-4121-9CA0-382154A14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052736"/>
            <a:ext cx="6313140" cy="503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120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DED3F4-0B26-4A8E-B375-79C52E993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522043"/>
            <a:ext cx="7176095" cy="1813913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898E60A-8939-4567-9CB2-478C24831E32}"/>
              </a:ext>
            </a:extLst>
          </p:cNvPr>
          <p:cNvSpPr txBox="1">
            <a:spLocks/>
          </p:cNvSpPr>
          <p:nvPr/>
        </p:nvSpPr>
        <p:spPr>
          <a:xfrm>
            <a:off x="467544" y="1844824"/>
            <a:ext cx="8435280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&lt;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삭제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&gt;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버튼을 누르면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deleteCartItem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()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함수가 호출되도록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onclick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속성을 추가</a:t>
            </a:r>
            <a:endParaRPr lang="ko-KR" altLang="en-US" sz="16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793310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</a:t>
            </a:r>
            <a:r>
              <a:rPr lang="ko-KR" altLang="en-US" dirty="0"/>
              <a:t> 장바구니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0A796E-19FE-4198-B82F-7BCDE20D6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48" y="1772816"/>
            <a:ext cx="7368904" cy="36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594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</a:t>
            </a:r>
            <a:r>
              <a:rPr lang="ko-KR" altLang="en-US" dirty="0"/>
              <a:t> 장바구니 상품 주문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CF8E9CE-0661-4202-94D7-BE3DE294AE86}"/>
              </a:ext>
            </a:extLst>
          </p:cNvPr>
          <p:cNvSpPr txBox="1">
            <a:spLocks/>
          </p:cNvSpPr>
          <p:nvPr/>
        </p:nvSpPr>
        <p:spPr>
          <a:xfrm>
            <a:off x="467544" y="1268760"/>
            <a:ext cx="8435280" cy="93610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장바구니에서 주문을 하면 기존 주문 로직과의 차이점은 여러 개의 상품을 하나의 주문에 담을 수 있음</a:t>
            </a:r>
          </a:p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주문한 상품은 장바구니에서 삭제</a:t>
            </a:r>
            <a:endParaRPr lang="ko-KR" altLang="en-US" sz="16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23F96D9-8E8D-4A86-A548-F0E4C7D1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916832"/>
            <a:ext cx="6388001" cy="443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9029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</a:t>
            </a:r>
            <a:r>
              <a:rPr lang="ko-KR" altLang="en-US" dirty="0"/>
              <a:t> 장바구니 상품 주문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37882F-CB3A-4755-BB73-963F65C15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08720"/>
            <a:ext cx="4344858" cy="546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3396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</a:t>
            </a:r>
            <a:r>
              <a:rPr lang="ko-KR" altLang="en-US" dirty="0"/>
              <a:t> 장바구니 상품 주문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1C0F455-75D5-46C2-8233-0CB376522119}"/>
              </a:ext>
            </a:extLst>
          </p:cNvPr>
          <p:cNvGrpSpPr/>
          <p:nvPr/>
        </p:nvGrpSpPr>
        <p:grpSpPr>
          <a:xfrm>
            <a:off x="251520" y="908720"/>
            <a:ext cx="3384376" cy="5472608"/>
            <a:chOff x="251520" y="836712"/>
            <a:chExt cx="3135764" cy="533066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96E0332-DB4D-4D2A-91E1-E0BB4E7BA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836712"/>
              <a:ext cx="3135764" cy="486916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5F18BB8-107C-4621-9894-EE8C13552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2000" y="5661247"/>
              <a:ext cx="3105284" cy="5061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72690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</a:t>
            </a:r>
            <a:r>
              <a:rPr lang="ko-KR" altLang="en-US" dirty="0"/>
              <a:t> 장바구니 상품 주문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CD9D749-0245-4DA5-B571-9456397A5D1B}"/>
              </a:ext>
            </a:extLst>
          </p:cNvPr>
          <p:cNvGrpSpPr/>
          <p:nvPr/>
        </p:nvGrpSpPr>
        <p:grpSpPr>
          <a:xfrm>
            <a:off x="395536" y="908721"/>
            <a:ext cx="3816424" cy="5466586"/>
            <a:chOff x="395536" y="908721"/>
            <a:chExt cx="3816424" cy="546658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6CFDB47-11F5-4691-B805-1E0EBD03E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6" y="908721"/>
              <a:ext cx="3816424" cy="396044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399A5FF-98CB-416A-944D-FA6A304DD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2098" y="4797153"/>
              <a:ext cx="3668330" cy="15781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14605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</a:t>
            </a:r>
            <a:r>
              <a:rPr lang="ko-KR" altLang="en-US" dirty="0"/>
              <a:t> 장바구니 상품 주문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7E4769-A1C1-4F1A-816A-75ACD0042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528762"/>
            <a:ext cx="51339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023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</a:t>
            </a:r>
            <a:r>
              <a:rPr lang="ko-KR" altLang="en-US" dirty="0"/>
              <a:t> 장바구니 상품 주문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D1EC97-8140-438A-B422-CD0BCFCFD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80728"/>
            <a:ext cx="4395763" cy="538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437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</a:t>
            </a:r>
            <a:r>
              <a:rPr lang="ko-KR" altLang="en-US" dirty="0"/>
              <a:t> 장바구니 상품 주문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3FEF3F-ECD4-4500-A9D6-416D76077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226" y="3014928"/>
            <a:ext cx="6537548" cy="1692241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A4B38C7-4F4A-4D46-8A77-701B95A19CA2}"/>
              </a:ext>
            </a:extLst>
          </p:cNvPr>
          <p:cNvSpPr txBox="1">
            <a:spLocks/>
          </p:cNvSpPr>
          <p:nvPr/>
        </p:nvSpPr>
        <p:spPr>
          <a:xfrm>
            <a:off x="611560" y="2060848"/>
            <a:ext cx="843528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&lt;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주문하기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&gt;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버튼을 클릭하면 구현한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orders()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함수가 실행될 수 있도록 주문하기 버튼의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onclick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속성에 추가</a:t>
            </a:r>
            <a:endParaRPr lang="ko-KR" altLang="en-US" sz="16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509309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</a:t>
            </a:r>
            <a:r>
              <a:rPr lang="ko-KR" altLang="en-US" dirty="0"/>
              <a:t> 장바구니 상품 주문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08E752-F978-4655-84CA-66A8CBB09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66" y="1772816"/>
            <a:ext cx="7617668" cy="376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038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</a:t>
            </a:r>
            <a:r>
              <a:rPr lang="ko-KR" altLang="en-US" dirty="0"/>
              <a:t> 장바구니 상품 주문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791B6D-8CB9-4E56-A9B8-94959599B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012" y="2476500"/>
            <a:ext cx="513397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6264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</a:t>
            </a:r>
            <a:r>
              <a:rPr lang="ko-KR" altLang="en-US" dirty="0"/>
              <a:t> 장바구니 상품 주문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B08A34-2DCF-47FD-A320-0B32565B8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76" y="2060848"/>
            <a:ext cx="7842647" cy="320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0467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89118" y="2394473"/>
            <a:ext cx="8157370" cy="1041751"/>
          </a:xfrm>
        </p:spPr>
        <p:txBody>
          <a:bodyPr anchor="ctr">
            <a:normAutofit/>
          </a:bodyPr>
          <a:lstStyle/>
          <a:p>
            <a:r>
              <a:rPr lang="en-US" altLang="ko-KR" sz="4000" b="1" spc="-2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Thank you for your attention</a:t>
            </a:r>
            <a:endParaRPr lang="ko-KR" altLang="en-US" sz="4000" b="1" spc="-2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364803" y="3434686"/>
            <a:ext cx="84060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부제목 2"/>
          <p:cNvSpPr txBox="1">
            <a:spLocks/>
          </p:cNvSpPr>
          <p:nvPr/>
        </p:nvSpPr>
        <p:spPr>
          <a:xfrm>
            <a:off x="4583927" y="6021288"/>
            <a:ext cx="5460173" cy="692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latin typeface="나눔 고딕"/>
              </a:rPr>
              <a:t>ⓒ </a:t>
            </a:r>
            <a:r>
              <a:rPr lang="en-US" altLang="ko-KR" sz="800" dirty="0">
                <a:latin typeface="나눔 고딕"/>
              </a:rPr>
              <a:t>2021. </a:t>
            </a:r>
            <a:r>
              <a:rPr lang="ko-KR" altLang="en-US" sz="800" dirty="0" err="1">
                <a:latin typeface="나눔 고딕"/>
              </a:rPr>
              <a:t>변구훈</a:t>
            </a:r>
            <a:r>
              <a:rPr lang="ko-KR" altLang="en-US" sz="800" dirty="0">
                <a:latin typeface="나눔 고딕"/>
              </a:rPr>
              <a:t> </a:t>
            </a:r>
            <a:r>
              <a:rPr lang="en-US" altLang="ko-KR" sz="800" dirty="0">
                <a:latin typeface="나눔 고딕"/>
              </a:rPr>
              <a:t>&amp; </a:t>
            </a:r>
            <a:r>
              <a:rPr lang="ko-KR" altLang="en-US" sz="800" dirty="0" err="1">
                <a:latin typeface="나눔 고딕"/>
              </a:rPr>
              <a:t>로드북</a:t>
            </a:r>
            <a:r>
              <a:rPr lang="ko-KR" altLang="en-US" sz="800" dirty="0">
                <a:latin typeface="나눔 고딕"/>
              </a:rPr>
              <a:t> </a:t>
            </a:r>
            <a:r>
              <a:rPr lang="en-US" altLang="ko-KR" sz="800" dirty="0">
                <a:latin typeface="나눔 고딕"/>
              </a:rPr>
              <a:t>all rights reserved.</a:t>
            </a:r>
            <a:br>
              <a:rPr lang="en-US" altLang="ko-KR" sz="800" dirty="0">
                <a:latin typeface="나눔 고딕"/>
              </a:rPr>
            </a:br>
            <a:br>
              <a:rPr lang="en-US" altLang="ko-KR" sz="800" dirty="0">
                <a:latin typeface="나눔 고딕"/>
              </a:rPr>
            </a:br>
            <a:r>
              <a:rPr lang="ko-KR" altLang="en-US" sz="800" dirty="0">
                <a:latin typeface="나눔 고딕"/>
              </a:rPr>
              <a:t>이 콘텐츠의 저작권은 조휘용과 로드북에 있습니다</a:t>
            </a:r>
            <a:r>
              <a:rPr lang="en-US" altLang="ko-KR" sz="800" dirty="0">
                <a:latin typeface="나눔 고딕"/>
              </a:rPr>
              <a:t>. </a:t>
            </a:r>
            <a:br>
              <a:rPr lang="en-US" altLang="ko-KR" sz="800" dirty="0">
                <a:latin typeface="나눔 고딕"/>
              </a:rPr>
            </a:br>
            <a:r>
              <a:rPr lang="ko-KR" altLang="en-US" sz="800" dirty="0">
                <a:latin typeface="나눔 고딕"/>
              </a:rPr>
              <a:t>재배포가 가능하지만 저작권자 표시 및 콘텐츠 시작 부분에 나오는 표지를 반드시 실어야 합니다</a:t>
            </a:r>
            <a:r>
              <a:rPr lang="en-US" altLang="ko-KR" sz="800" dirty="0">
                <a:latin typeface="나눔 고딕"/>
              </a:rPr>
              <a:t>.</a:t>
            </a:r>
          </a:p>
          <a:p>
            <a:r>
              <a:rPr lang="ko-KR" altLang="en-US" sz="800" dirty="0">
                <a:latin typeface="나눔 고딕"/>
              </a:rPr>
              <a:t>수정하여 재배포할 시에는 수정한 부분을 반드시 명시해야 합니다</a:t>
            </a:r>
            <a:r>
              <a:rPr lang="en-US" altLang="ko-KR" sz="800" dirty="0">
                <a:latin typeface="나눔 고딕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4966</TotalTime>
  <Words>497</Words>
  <Application>Microsoft Office PowerPoint</Application>
  <PresentationFormat>화면 슬라이드 쇼(4:3)</PresentationFormat>
  <Paragraphs>89</Paragraphs>
  <Slides>55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5" baseType="lpstr">
      <vt:lpstr>DIN-Bold</vt:lpstr>
      <vt:lpstr>YDVYGOStd13</vt:lpstr>
      <vt:lpstr>나눔 고딕</vt:lpstr>
      <vt:lpstr>나눔고딕</vt:lpstr>
      <vt:lpstr>나눔고딕 ExtraBold</vt:lpstr>
      <vt:lpstr>맑은 고딕</vt:lpstr>
      <vt:lpstr>Arial</vt:lpstr>
      <vt:lpstr>Arial Narrow</vt:lpstr>
      <vt:lpstr>Franklin Gothic Medium</vt:lpstr>
      <vt:lpstr>Office 테마</vt:lpstr>
      <vt:lpstr>百見不如一打  쇼핑몰 프로젝트 강의자료</vt:lpstr>
      <vt:lpstr>PowerPoint 프레젠테이션</vt:lpstr>
      <vt:lpstr>학습 목표</vt:lpstr>
      <vt:lpstr>8.1 장바구니 담기</vt:lpstr>
      <vt:lpstr>8.1 장바구니 담기</vt:lpstr>
      <vt:lpstr>8.1 장바구니 담기</vt:lpstr>
      <vt:lpstr>8.1 장바구니 담기</vt:lpstr>
      <vt:lpstr>8.1 장바구니 담기</vt:lpstr>
      <vt:lpstr>8.1 장바구니 담기</vt:lpstr>
      <vt:lpstr>8.1 장바구니 담기</vt:lpstr>
      <vt:lpstr>8.1 장바구니 담기</vt:lpstr>
      <vt:lpstr>8.1 장바구니 담기</vt:lpstr>
      <vt:lpstr>8.1 장바구니 담기</vt:lpstr>
      <vt:lpstr>8.1 장바구니 담기</vt:lpstr>
      <vt:lpstr>8.1 장바구니 담기</vt:lpstr>
      <vt:lpstr>8.1 장바구니 담기</vt:lpstr>
      <vt:lpstr>8.1 장바구니 담기</vt:lpstr>
      <vt:lpstr>8.1 장바구니 담기</vt:lpstr>
      <vt:lpstr>8.1 장바구니 담기</vt:lpstr>
      <vt:lpstr>8.1 장바구니 담기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8.2 장바구니 조회</vt:lpstr>
      <vt:lpstr>8.3 장바구니 상품 주문</vt:lpstr>
      <vt:lpstr>8.3 장바구니 상품 주문</vt:lpstr>
      <vt:lpstr>8.3 장바구니 상품 주문</vt:lpstr>
      <vt:lpstr>8.3 장바구니 상품 주문</vt:lpstr>
      <vt:lpstr>8.3 장바구니 상품 주문</vt:lpstr>
      <vt:lpstr>8.3 장바구니 상품 주문</vt:lpstr>
      <vt:lpstr>8.3 장바구니 상품 주문</vt:lpstr>
      <vt:lpstr>8.3 장바구니 상품 주문</vt:lpstr>
      <vt:lpstr>8.3 장바구니 상품 주문</vt:lpstr>
      <vt:lpstr>8.3 장바구니 상품 주문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변 구훈</cp:lastModifiedBy>
  <cp:revision>170</cp:revision>
  <dcterms:created xsi:type="dcterms:W3CDTF">2013-05-13T12:41:23Z</dcterms:created>
  <dcterms:modified xsi:type="dcterms:W3CDTF">2021-11-06T17:30:26Z</dcterms:modified>
</cp:coreProperties>
</file>